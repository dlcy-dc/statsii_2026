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6" r:id="rId1"/>
  </p:sldMasterIdLst>
  <p:notesMasterIdLst>
    <p:notesMasterId r:id="rId22"/>
  </p:notesMasterIdLst>
  <p:sldIdLst>
    <p:sldId id="256" r:id="rId2"/>
    <p:sldId id="257" r:id="rId3"/>
    <p:sldId id="277" r:id="rId4"/>
    <p:sldId id="266" r:id="rId5"/>
    <p:sldId id="267" r:id="rId6"/>
    <p:sldId id="278" r:id="rId7"/>
    <p:sldId id="279" r:id="rId8"/>
    <p:sldId id="274" r:id="rId9"/>
    <p:sldId id="264" r:id="rId10"/>
    <p:sldId id="282" r:id="rId11"/>
    <p:sldId id="262" r:id="rId12"/>
    <p:sldId id="283" r:id="rId13"/>
    <p:sldId id="273" r:id="rId14"/>
    <p:sldId id="281" r:id="rId15"/>
    <p:sldId id="259" r:id="rId16"/>
    <p:sldId id="260" r:id="rId17"/>
    <p:sldId id="263" r:id="rId18"/>
    <p:sldId id="269" r:id="rId19"/>
    <p:sldId id="272" r:id="rId20"/>
    <p:sldId id="270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0000"/>
    <a:srgbClr val="A50021"/>
    <a:srgbClr val="FF5050"/>
    <a:srgbClr val="CC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A3046E3-2794-4A4E-B8C9-4205E7AFF188}" v="107" dt="2026-04-09T14:11:42.52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2833802-FEF1-4C79-8D5D-14CF1EAF98D9}" styleName="Light Style 2 –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9DCAF9ED-07DC-4A11-8D7F-57B35C25682E}" styleName="Medium Style 1 –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300" y="-1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ka De Lacey" userId="7c5079d1e183509d" providerId="LiveId" clId="{023B67FE-E4C5-42E2-A7E8-295CAE2B4F0E}"/>
    <pc:docChg chg="undo custSel addSld delSld modSld sldOrd">
      <pc:chgData name="Luka De Lacey" userId="7c5079d1e183509d" providerId="LiveId" clId="{023B67FE-E4C5-42E2-A7E8-295CAE2B4F0E}" dt="2026-04-09T14:15:46.469" v="12591" actId="47"/>
      <pc:docMkLst>
        <pc:docMk/>
      </pc:docMkLst>
      <pc:sldChg chg="addSp delSp modSp new mod setBg addAnim modAnim delDesignElem">
        <pc:chgData name="Luka De Lacey" userId="7c5079d1e183509d" providerId="LiveId" clId="{023B67FE-E4C5-42E2-A7E8-295CAE2B4F0E}" dt="2026-04-01T12:18:59.014" v="1262"/>
        <pc:sldMkLst>
          <pc:docMk/>
          <pc:sldMk cId="476583238" sldId="256"/>
        </pc:sldMkLst>
        <pc:spChg chg="mod ord">
          <ac:chgData name="Luka De Lacey" userId="7c5079d1e183509d" providerId="LiveId" clId="{023B67FE-E4C5-42E2-A7E8-295CAE2B4F0E}" dt="2026-04-01T12:11:29.053" v="271" actId="207"/>
          <ac:spMkLst>
            <pc:docMk/>
            <pc:sldMk cId="476583238" sldId="256"/>
            <ac:spMk id="2" creationId="{567CE507-F65B-A6A3-43B9-BBEF0671789D}"/>
          </ac:spMkLst>
        </pc:spChg>
        <pc:spChg chg="mod ord">
          <ac:chgData name="Luka De Lacey" userId="7c5079d1e183509d" providerId="LiveId" clId="{023B67FE-E4C5-42E2-A7E8-295CAE2B4F0E}" dt="2026-04-01T12:11:39.474" v="274" actId="207"/>
          <ac:spMkLst>
            <pc:docMk/>
            <pc:sldMk cId="476583238" sldId="256"/>
            <ac:spMk id="3" creationId="{E5CD8A4C-C664-E7EB-B686-4F1B0CE25572}"/>
          </ac:spMkLst>
        </pc:spChg>
        <pc:spChg chg="add del">
          <ac:chgData name="Luka De Lacey" userId="7c5079d1e183509d" providerId="LiveId" clId="{023B67FE-E4C5-42E2-A7E8-295CAE2B4F0E}" dt="2026-04-01T12:18:59.014" v="1262"/>
          <ac:spMkLst>
            <pc:docMk/>
            <pc:sldMk cId="476583238" sldId="256"/>
            <ac:spMk id="15" creationId="{0A597D97-203B-498B-95D3-E90DC961039F}"/>
          </ac:spMkLst>
        </pc:spChg>
        <pc:spChg chg="add del">
          <ac:chgData name="Luka De Lacey" userId="7c5079d1e183509d" providerId="LiveId" clId="{023B67FE-E4C5-42E2-A7E8-295CAE2B4F0E}" dt="2026-04-01T12:18:59.014" v="1262"/>
          <ac:spMkLst>
            <pc:docMk/>
            <pc:sldMk cId="476583238" sldId="256"/>
            <ac:spMk id="16" creationId="{6A6EF10E-DF41-4BD3-8EB4-6F646531DC26}"/>
          </ac:spMkLst>
        </pc:spChg>
        <pc:picChg chg="add mod ord">
          <ac:chgData name="Luka De Lacey" userId="7c5079d1e183509d" providerId="LiveId" clId="{023B67FE-E4C5-42E2-A7E8-295CAE2B4F0E}" dt="2026-04-01T12:12:16.408" v="280" actId="1582"/>
          <ac:picMkLst>
            <pc:docMk/>
            <pc:sldMk cId="476583238" sldId="256"/>
            <ac:picMk id="12" creationId="{F00C4EBA-5CB0-4F3E-D8E7-89FD20EB8302}"/>
          </ac:picMkLst>
        </pc:picChg>
        <pc:picChg chg="add mod ord">
          <ac:chgData name="Luka De Lacey" userId="7c5079d1e183509d" providerId="LiveId" clId="{023B67FE-E4C5-42E2-A7E8-295CAE2B4F0E}" dt="2026-04-01T12:12:23.049" v="281" actId="1582"/>
          <ac:picMkLst>
            <pc:docMk/>
            <pc:sldMk cId="476583238" sldId="256"/>
            <ac:picMk id="13" creationId="{01D99EB4-3E9F-10FA-476C-762BBA5F2A6C}"/>
          </ac:picMkLst>
        </pc:picChg>
      </pc:sldChg>
      <pc:sldChg chg="addSp delSp modSp new mod">
        <pc:chgData name="Luka De Lacey" userId="7c5079d1e183509d" providerId="LiveId" clId="{023B67FE-E4C5-42E2-A7E8-295CAE2B4F0E}" dt="2026-04-09T12:07:32.685" v="10234"/>
        <pc:sldMkLst>
          <pc:docMk/>
          <pc:sldMk cId="1066043099" sldId="257"/>
        </pc:sldMkLst>
        <pc:spChg chg="add del mod">
          <ac:chgData name="Luka De Lacey" userId="7c5079d1e183509d" providerId="LiveId" clId="{023B67FE-E4C5-42E2-A7E8-295CAE2B4F0E}" dt="2026-04-09T11:58:38.181" v="9776" actId="478"/>
          <ac:spMkLst>
            <pc:docMk/>
            <pc:sldMk cId="1066043099" sldId="257"/>
            <ac:spMk id="2" creationId="{76C2D5A7-67FC-E839-D64E-934B7298FFAF}"/>
          </ac:spMkLst>
        </pc:spChg>
        <pc:spChg chg="mod">
          <ac:chgData name="Luka De Lacey" userId="7c5079d1e183509d" providerId="LiveId" clId="{023B67FE-E4C5-42E2-A7E8-295CAE2B4F0E}" dt="2026-04-09T11:32:31.100" v="8240" actId="20577"/>
          <ac:spMkLst>
            <pc:docMk/>
            <pc:sldMk cId="1066043099" sldId="257"/>
            <ac:spMk id="3" creationId="{FB93011D-22B9-12F2-F385-A8CACF843B52}"/>
          </ac:spMkLst>
        </pc:spChg>
        <pc:spChg chg="add del mod">
          <ac:chgData name="Luka De Lacey" userId="7c5079d1e183509d" providerId="LiveId" clId="{023B67FE-E4C5-42E2-A7E8-295CAE2B4F0E}" dt="2026-04-09T11:58:38.181" v="9776" actId="478"/>
          <ac:spMkLst>
            <pc:docMk/>
            <pc:sldMk cId="1066043099" sldId="257"/>
            <ac:spMk id="5" creationId="{A592553E-BD15-E256-0108-016A37D6427D}"/>
          </ac:spMkLst>
        </pc:spChg>
        <pc:spChg chg="add mod">
          <ac:chgData name="Luka De Lacey" userId="7c5079d1e183509d" providerId="LiveId" clId="{023B67FE-E4C5-42E2-A7E8-295CAE2B4F0E}" dt="2026-04-09T11:58:37.850" v="9775"/>
          <ac:spMkLst>
            <pc:docMk/>
            <pc:sldMk cId="1066043099" sldId="257"/>
            <ac:spMk id="6" creationId="{D1B13861-9735-DA6F-28D6-55066F754D37}"/>
          </ac:spMkLst>
        </pc:spChg>
        <pc:spChg chg="add mod">
          <ac:chgData name="Luka De Lacey" userId="7c5079d1e183509d" providerId="LiveId" clId="{023B67FE-E4C5-42E2-A7E8-295CAE2B4F0E}" dt="2026-04-09T12:07:32.685" v="10234"/>
          <ac:spMkLst>
            <pc:docMk/>
            <pc:sldMk cId="1066043099" sldId="257"/>
            <ac:spMk id="7" creationId="{FCA9A4E7-2A91-D49C-0489-8E398356D113}"/>
          </ac:spMkLst>
        </pc:spChg>
      </pc:sldChg>
      <pc:sldChg chg="addSp delSp modSp new del mod ord setBg modNotesTx">
        <pc:chgData name="Luka De Lacey" userId="7c5079d1e183509d" providerId="LiveId" clId="{023B67FE-E4C5-42E2-A7E8-295CAE2B4F0E}" dt="2026-04-09T12:10:17.022" v="10492" actId="2696"/>
        <pc:sldMkLst>
          <pc:docMk/>
          <pc:sldMk cId="4214789934" sldId="258"/>
        </pc:sldMkLst>
        <pc:spChg chg="del mod">
          <ac:chgData name="Luka De Lacey" userId="7c5079d1e183509d" providerId="LiveId" clId="{023B67FE-E4C5-42E2-A7E8-295CAE2B4F0E}" dt="2026-04-09T12:01:34.756" v="9869" actId="478"/>
          <ac:spMkLst>
            <pc:docMk/>
            <pc:sldMk cId="4214789934" sldId="258"/>
            <ac:spMk id="2" creationId="{E41AA746-17DD-6318-5805-EAC8E9000DA4}"/>
          </ac:spMkLst>
        </pc:spChg>
        <pc:spChg chg="mod">
          <ac:chgData name="Luka De Lacey" userId="7c5079d1e183509d" providerId="LiveId" clId="{023B67FE-E4C5-42E2-A7E8-295CAE2B4F0E}" dt="2026-04-09T12:10:02.894" v="10463" actId="21"/>
          <ac:spMkLst>
            <pc:docMk/>
            <pc:sldMk cId="4214789934" sldId="258"/>
            <ac:spMk id="3" creationId="{ADB2CDDA-ACA5-6BC2-18DB-72E3A581C60C}"/>
          </ac:spMkLst>
        </pc:spChg>
        <pc:spChg chg="add mod">
          <ac:chgData name="Luka De Lacey" userId="7c5079d1e183509d" providerId="LiveId" clId="{023B67FE-E4C5-42E2-A7E8-295CAE2B4F0E}" dt="2026-04-09T12:09:51.189" v="10461"/>
          <ac:spMkLst>
            <pc:docMk/>
            <pc:sldMk cId="4214789934" sldId="258"/>
            <ac:spMk id="4" creationId="{DC0567B7-9095-67BF-CC53-7D10E9686DC5}"/>
          </ac:spMkLst>
        </pc:spChg>
        <pc:spChg chg="add">
          <ac:chgData name="Luka De Lacey" userId="7c5079d1e183509d" providerId="LiveId" clId="{023B67FE-E4C5-42E2-A7E8-295CAE2B4F0E}" dt="2026-04-09T00:45:28.170" v="7205" actId="26606"/>
          <ac:spMkLst>
            <pc:docMk/>
            <pc:sldMk cId="4214789934" sldId="258"/>
            <ac:spMk id="5" creationId="{DBF61EA3-B236-439E-9C0B-340980D56BEE}"/>
          </ac:spMkLst>
        </pc:spChg>
        <pc:spChg chg="add del">
          <ac:chgData name="Luka De Lacey" userId="7c5079d1e183509d" providerId="LiveId" clId="{023B67FE-E4C5-42E2-A7E8-295CAE2B4F0E}" dt="2026-04-09T00:45:26.701" v="7204" actId="26606"/>
          <ac:spMkLst>
            <pc:docMk/>
            <pc:sldMk cId="4214789934" sldId="258"/>
            <ac:spMk id="8" creationId="{DBF61EA3-B236-439E-9C0B-340980D56BEE}"/>
          </ac:spMkLst>
        </pc:spChg>
        <pc:spChg chg="add del mod">
          <ac:chgData name="Luka De Lacey" userId="7c5079d1e183509d" providerId="LiveId" clId="{023B67FE-E4C5-42E2-A7E8-295CAE2B4F0E}" dt="2026-04-09T12:01:59.483" v="9871" actId="478"/>
          <ac:spMkLst>
            <pc:docMk/>
            <pc:sldMk cId="4214789934" sldId="258"/>
            <ac:spMk id="10" creationId="{6F5066B0-E06F-F9CE-3461-3613B2BEBBBB}"/>
          </ac:spMkLst>
        </pc:spChg>
        <pc:spChg chg="add">
          <ac:chgData name="Luka De Lacey" userId="7c5079d1e183509d" providerId="LiveId" clId="{023B67FE-E4C5-42E2-A7E8-295CAE2B4F0E}" dt="2026-04-09T00:45:28.170" v="7205" actId="26606"/>
          <ac:spMkLst>
            <pc:docMk/>
            <pc:sldMk cId="4214789934" sldId="258"/>
            <ac:spMk id="13" creationId="{E659831F-0D9A-4C63-9EBB-8435B85A440F}"/>
          </ac:spMkLst>
        </pc:spChg>
        <pc:spChg chg="add del">
          <ac:chgData name="Luka De Lacey" userId="7c5079d1e183509d" providerId="LiveId" clId="{023B67FE-E4C5-42E2-A7E8-295CAE2B4F0E}" dt="2026-04-09T00:45:26.701" v="7204" actId="26606"/>
          <ac:spMkLst>
            <pc:docMk/>
            <pc:sldMk cId="4214789934" sldId="258"/>
            <ac:spMk id="14" creationId="{E659831F-0D9A-4C63-9EBB-8435B85A440F}"/>
          </ac:spMkLst>
        </pc:spChg>
        <pc:grpChg chg="add">
          <ac:chgData name="Luka De Lacey" userId="7c5079d1e183509d" providerId="LiveId" clId="{023B67FE-E4C5-42E2-A7E8-295CAE2B4F0E}" dt="2026-04-09T00:45:28.170" v="7205" actId="26606"/>
          <ac:grpSpMkLst>
            <pc:docMk/>
            <pc:sldMk cId="4214789934" sldId="258"/>
            <ac:grpSpMk id="6" creationId="{28FAF094-D087-493F-8DF9-A486C2D6BBAA}"/>
          </ac:grpSpMkLst>
        </pc:grpChg>
        <pc:grpChg chg="add del">
          <ac:chgData name="Luka De Lacey" userId="7c5079d1e183509d" providerId="LiveId" clId="{023B67FE-E4C5-42E2-A7E8-295CAE2B4F0E}" dt="2026-04-09T00:45:26.701" v="7204" actId="26606"/>
          <ac:grpSpMkLst>
            <pc:docMk/>
            <pc:sldMk cId="4214789934" sldId="258"/>
            <ac:grpSpMk id="10" creationId="{28FAF094-D087-493F-8DF9-A486C2D6BBAA}"/>
          </ac:grpSpMkLst>
        </pc:grpChg>
      </pc:sldChg>
      <pc:sldChg chg="addSp delSp modSp new mod">
        <pc:chgData name="Luka De Lacey" userId="7c5079d1e183509d" providerId="LiveId" clId="{023B67FE-E4C5-42E2-A7E8-295CAE2B4F0E}" dt="2026-04-09T13:37:01.116" v="11854" actId="1076"/>
        <pc:sldMkLst>
          <pc:docMk/>
          <pc:sldMk cId="548152171" sldId="259"/>
        </pc:sldMkLst>
        <pc:spChg chg="del mod">
          <ac:chgData name="Luka De Lacey" userId="7c5079d1e183509d" providerId="LiveId" clId="{023B67FE-E4C5-42E2-A7E8-295CAE2B4F0E}" dt="2026-04-09T12:39:23.563" v="11018" actId="478"/>
          <ac:spMkLst>
            <pc:docMk/>
            <pc:sldMk cId="548152171" sldId="259"/>
            <ac:spMk id="2" creationId="{5F30F0C3-2FE7-70DA-3774-99ABB816E4D7}"/>
          </ac:spMkLst>
        </pc:spChg>
        <pc:spChg chg="add del mod">
          <ac:chgData name="Luka De Lacey" userId="7c5079d1e183509d" providerId="LiveId" clId="{023B67FE-E4C5-42E2-A7E8-295CAE2B4F0E}" dt="2026-04-09T12:39:25.627" v="11019" actId="478"/>
          <ac:spMkLst>
            <pc:docMk/>
            <pc:sldMk cId="548152171" sldId="259"/>
            <ac:spMk id="4" creationId="{BD19216C-AA70-A184-D82A-61180EA34072}"/>
          </ac:spMkLst>
        </pc:spChg>
        <pc:spChg chg="add mod">
          <ac:chgData name="Luka De Lacey" userId="7c5079d1e183509d" providerId="LiveId" clId="{023B67FE-E4C5-42E2-A7E8-295CAE2B4F0E}" dt="2026-04-09T13:37:01.116" v="11854" actId="1076"/>
          <ac:spMkLst>
            <pc:docMk/>
            <pc:sldMk cId="548152171" sldId="259"/>
            <ac:spMk id="5" creationId="{C43CBEDF-D2E2-62CE-B864-48321928B12A}"/>
          </ac:spMkLst>
        </pc:spChg>
        <pc:graphicFrameChg chg="add mod ord modGraphic">
          <ac:chgData name="Luka De Lacey" userId="7c5079d1e183509d" providerId="LiveId" clId="{023B67FE-E4C5-42E2-A7E8-295CAE2B4F0E}" dt="2026-04-09T12:39:12.752" v="11017"/>
          <ac:graphicFrameMkLst>
            <pc:docMk/>
            <pc:sldMk cId="548152171" sldId="259"/>
            <ac:graphicFrameMk id="12" creationId="{33D1ED65-7FAB-DA62-1653-07B6230945C7}"/>
          </ac:graphicFrameMkLst>
        </pc:graphicFrameChg>
        <pc:picChg chg="add del">
          <ac:chgData name="Luka De Lacey" userId="7c5079d1e183509d" providerId="LiveId" clId="{023B67FE-E4C5-42E2-A7E8-295CAE2B4F0E}" dt="2026-04-01T12:24:24.251" v="1360" actId="478"/>
          <ac:picMkLst>
            <pc:docMk/>
            <pc:sldMk cId="548152171" sldId="259"/>
            <ac:picMk id="11" creationId="{2C36383C-AE02-8CAA-1FFA-30B427681070}"/>
          </ac:picMkLst>
        </pc:picChg>
      </pc:sldChg>
      <pc:sldChg chg="addSp delSp modSp new mod">
        <pc:chgData name="Luka De Lacey" userId="7c5079d1e183509d" providerId="LiveId" clId="{023B67FE-E4C5-42E2-A7E8-295CAE2B4F0E}" dt="2026-04-09T14:15:18.659" v="12589" actId="20577"/>
        <pc:sldMkLst>
          <pc:docMk/>
          <pc:sldMk cId="519172753" sldId="260"/>
        </pc:sldMkLst>
        <pc:spChg chg="del mod">
          <ac:chgData name="Luka De Lacey" userId="7c5079d1e183509d" providerId="LiveId" clId="{023B67FE-E4C5-42E2-A7E8-295CAE2B4F0E}" dt="2026-04-09T13:37:07.515" v="11855" actId="478"/>
          <ac:spMkLst>
            <pc:docMk/>
            <pc:sldMk cId="519172753" sldId="260"/>
            <ac:spMk id="2" creationId="{E313EEE7-AC17-2182-D9DC-D6902B7A3F36}"/>
          </ac:spMkLst>
        </pc:spChg>
        <pc:spChg chg="mod">
          <ac:chgData name="Luka De Lacey" userId="7c5079d1e183509d" providerId="LiveId" clId="{023B67FE-E4C5-42E2-A7E8-295CAE2B4F0E}" dt="2026-04-09T14:15:18.659" v="12589" actId="20577"/>
          <ac:spMkLst>
            <pc:docMk/>
            <pc:sldMk cId="519172753" sldId="260"/>
            <ac:spMk id="3" creationId="{7E7764B9-16E9-7189-E5CB-BA7FD135DF53}"/>
          </ac:spMkLst>
        </pc:spChg>
        <pc:spChg chg="add del mod">
          <ac:chgData name="Luka De Lacey" userId="7c5079d1e183509d" providerId="LiveId" clId="{023B67FE-E4C5-42E2-A7E8-295CAE2B4F0E}" dt="2026-04-09T13:37:12.132" v="11856" actId="478"/>
          <ac:spMkLst>
            <pc:docMk/>
            <pc:sldMk cId="519172753" sldId="260"/>
            <ac:spMk id="5" creationId="{57BFE127-25D5-D183-838F-239B35361097}"/>
          </ac:spMkLst>
        </pc:spChg>
        <pc:spChg chg="add mod">
          <ac:chgData name="Luka De Lacey" userId="7c5079d1e183509d" providerId="LiveId" clId="{023B67FE-E4C5-42E2-A7E8-295CAE2B4F0E}" dt="2026-04-09T13:37:15.774" v="11867" actId="20577"/>
          <ac:spMkLst>
            <pc:docMk/>
            <pc:sldMk cId="519172753" sldId="260"/>
            <ac:spMk id="6" creationId="{DFA2295A-ED21-4708-E973-37F77AAAED9C}"/>
          </ac:spMkLst>
        </pc:spChg>
      </pc:sldChg>
      <pc:sldChg chg="addSp delSp modSp new del mod">
        <pc:chgData name="Luka De Lacey" userId="7c5079d1e183509d" providerId="LiveId" clId="{023B67FE-E4C5-42E2-A7E8-295CAE2B4F0E}" dt="2026-04-09T00:47:18.933" v="7230" actId="47"/>
        <pc:sldMkLst>
          <pc:docMk/>
          <pc:sldMk cId="1484755537" sldId="261"/>
        </pc:sldMkLst>
        <pc:spChg chg="mod">
          <ac:chgData name="Luka De Lacey" userId="7c5079d1e183509d" providerId="LiveId" clId="{023B67FE-E4C5-42E2-A7E8-295CAE2B4F0E}" dt="2026-04-08T23:12:49.386" v="3748" actId="113"/>
          <ac:spMkLst>
            <pc:docMk/>
            <pc:sldMk cId="1484755537" sldId="261"/>
            <ac:spMk id="2" creationId="{382287B3-9A51-08AA-CB59-D31A805961B5}"/>
          </ac:spMkLst>
        </pc:spChg>
        <pc:spChg chg="mod">
          <ac:chgData name="Luka De Lacey" userId="7c5079d1e183509d" providerId="LiveId" clId="{023B67FE-E4C5-42E2-A7E8-295CAE2B4F0E}" dt="2026-04-09T00:46:10.708" v="7214" actId="27636"/>
          <ac:spMkLst>
            <pc:docMk/>
            <pc:sldMk cId="1484755537" sldId="261"/>
            <ac:spMk id="3" creationId="{6BA83EF5-088B-8C41-5C03-6D1B990B292E}"/>
          </ac:spMkLst>
        </pc:spChg>
        <pc:spChg chg="add del mod topLvl">
          <ac:chgData name="Luka De Lacey" userId="7c5079d1e183509d" providerId="LiveId" clId="{023B67FE-E4C5-42E2-A7E8-295CAE2B4F0E}" dt="2026-04-09T00:46:18.019" v="7217" actId="21"/>
          <ac:spMkLst>
            <pc:docMk/>
            <pc:sldMk cId="1484755537" sldId="261"/>
            <ac:spMk id="7" creationId="{C5D975A9-0AE5-8777-CC8D-725776B51E87}"/>
          </ac:spMkLst>
        </pc:spChg>
        <pc:picChg chg="add del mod topLvl modCrop">
          <ac:chgData name="Luka De Lacey" userId="7c5079d1e183509d" providerId="LiveId" clId="{023B67FE-E4C5-42E2-A7E8-295CAE2B4F0E}" dt="2026-04-09T00:46:18.019" v="7217" actId="21"/>
          <ac:picMkLst>
            <pc:docMk/>
            <pc:sldMk cId="1484755537" sldId="261"/>
            <ac:picMk id="5" creationId="{41687E71-6FB7-7782-C74D-7118F1F957BB}"/>
          </ac:picMkLst>
        </pc:picChg>
      </pc:sldChg>
      <pc:sldChg chg="addSp delSp modSp new mod ord">
        <pc:chgData name="Luka De Lacey" userId="7c5079d1e183509d" providerId="LiveId" clId="{023B67FE-E4C5-42E2-A7E8-295CAE2B4F0E}" dt="2026-04-09T12:24:46.493" v="10892" actId="113"/>
        <pc:sldMkLst>
          <pc:docMk/>
          <pc:sldMk cId="3376276946" sldId="262"/>
        </pc:sldMkLst>
        <pc:spChg chg="del mod">
          <ac:chgData name="Luka De Lacey" userId="7c5079d1e183509d" providerId="LiveId" clId="{023B67FE-E4C5-42E2-A7E8-295CAE2B4F0E}" dt="2026-04-09T12:10:44.346" v="10536" actId="21"/>
          <ac:spMkLst>
            <pc:docMk/>
            <pc:sldMk cId="3376276946" sldId="262"/>
            <ac:spMk id="2" creationId="{777A5E61-73B1-744D-B3DF-948FFAC86125}"/>
          </ac:spMkLst>
        </pc:spChg>
        <pc:spChg chg="mod">
          <ac:chgData name="Luka De Lacey" userId="7c5079d1e183509d" providerId="LiveId" clId="{023B67FE-E4C5-42E2-A7E8-295CAE2B4F0E}" dt="2026-04-09T12:24:46.493" v="10892" actId="113"/>
          <ac:spMkLst>
            <pc:docMk/>
            <pc:sldMk cId="3376276946" sldId="262"/>
            <ac:spMk id="3" creationId="{C50329FD-A7F1-47DF-54DD-BC573B81BFE0}"/>
          </ac:spMkLst>
        </pc:spChg>
        <pc:spChg chg="add mod">
          <ac:chgData name="Luka De Lacey" userId="7c5079d1e183509d" providerId="LiveId" clId="{023B67FE-E4C5-42E2-A7E8-295CAE2B4F0E}" dt="2026-04-09T12:17:52.006" v="10774" actId="14100"/>
          <ac:spMkLst>
            <pc:docMk/>
            <pc:sldMk cId="3376276946" sldId="262"/>
            <ac:spMk id="4" creationId="{DCB2E567-762C-CD75-E163-2E93937F73C6}"/>
          </ac:spMkLst>
        </pc:spChg>
        <pc:spChg chg="add del mod">
          <ac:chgData name="Luka De Lacey" userId="7c5079d1e183509d" providerId="LiveId" clId="{023B67FE-E4C5-42E2-A7E8-295CAE2B4F0E}" dt="2026-04-09T12:10:53.329" v="10538" actId="478"/>
          <ac:spMkLst>
            <pc:docMk/>
            <pc:sldMk cId="3376276946" sldId="262"/>
            <ac:spMk id="7" creationId="{D3209DCD-D535-4D0D-5014-D4D341442CD7}"/>
          </ac:spMkLst>
        </pc:spChg>
        <pc:picChg chg="add mod">
          <ac:chgData name="Luka De Lacey" userId="7c5079d1e183509d" providerId="LiveId" clId="{023B67FE-E4C5-42E2-A7E8-295CAE2B4F0E}" dt="2026-04-09T12:11:09.878" v="10540" actId="1582"/>
          <ac:picMkLst>
            <pc:docMk/>
            <pc:sldMk cId="3376276946" sldId="262"/>
            <ac:picMk id="5" creationId="{4AE1E1BC-39D4-EE57-31EB-B83E80568852}"/>
          </ac:picMkLst>
        </pc:picChg>
      </pc:sldChg>
      <pc:sldChg chg="addSp delSp modSp add mod">
        <pc:chgData name="Luka De Lacey" userId="7c5079d1e183509d" providerId="LiveId" clId="{023B67FE-E4C5-42E2-A7E8-295CAE2B4F0E}" dt="2026-04-09T13:17:04.223" v="11448" actId="313"/>
        <pc:sldMkLst>
          <pc:docMk/>
          <pc:sldMk cId="1623963838" sldId="263"/>
        </pc:sldMkLst>
        <pc:spChg chg="del mod">
          <ac:chgData name="Luka De Lacey" userId="7c5079d1e183509d" providerId="LiveId" clId="{023B67FE-E4C5-42E2-A7E8-295CAE2B4F0E}" dt="2026-04-09T13:01:52.328" v="11049" actId="478"/>
          <ac:spMkLst>
            <pc:docMk/>
            <pc:sldMk cId="1623963838" sldId="263"/>
            <ac:spMk id="2" creationId="{987F3E01-D506-8B73-734E-8E1250193E5D}"/>
          </ac:spMkLst>
        </pc:spChg>
        <pc:spChg chg="add del mod">
          <ac:chgData name="Luka De Lacey" userId="7c5079d1e183509d" providerId="LiveId" clId="{023B67FE-E4C5-42E2-A7E8-295CAE2B4F0E}" dt="2026-04-09T13:01:54.379" v="11051" actId="478"/>
          <ac:spMkLst>
            <pc:docMk/>
            <pc:sldMk cId="1623963838" sldId="263"/>
            <ac:spMk id="4" creationId="{62E3B166-6199-2A4E-EFA3-4B36E2C39459}"/>
          </ac:spMkLst>
        </pc:spChg>
        <pc:spChg chg="add mod">
          <ac:chgData name="Luka De Lacey" userId="7c5079d1e183509d" providerId="LiveId" clId="{023B67FE-E4C5-42E2-A7E8-295CAE2B4F0E}" dt="2026-04-09T13:17:04.223" v="11448" actId="313"/>
          <ac:spMkLst>
            <pc:docMk/>
            <pc:sldMk cId="1623963838" sldId="263"/>
            <ac:spMk id="5" creationId="{F836B4EC-1622-C3F0-1EF4-BD97B9A0E51E}"/>
          </ac:spMkLst>
        </pc:spChg>
        <pc:spChg chg="add mod">
          <ac:chgData name="Luka De Lacey" userId="7c5079d1e183509d" providerId="LiveId" clId="{023B67FE-E4C5-42E2-A7E8-295CAE2B4F0E}" dt="2026-04-09T13:02:08.458" v="11068" actId="1076"/>
          <ac:spMkLst>
            <pc:docMk/>
            <pc:sldMk cId="1623963838" sldId="263"/>
            <ac:spMk id="6" creationId="{7D825033-A05F-D000-7456-FCD4D59FD935}"/>
          </ac:spMkLst>
        </pc:spChg>
        <pc:picChg chg="add del">
          <ac:chgData name="Luka De Lacey" userId="7c5079d1e183509d" providerId="LiveId" clId="{023B67FE-E4C5-42E2-A7E8-295CAE2B4F0E}" dt="2026-04-09T00:03:18.021" v="6180" actId="22"/>
          <ac:picMkLst>
            <pc:docMk/>
            <pc:sldMk cId="1623963838" sldId="263"/>
            <ac:picMk id="4" creationId="{5A336ADC-3354-48BE-1A72-B6EBC0E6BF59}"/>
          </ac:picMkLst>
        </pc:picChg>
        <pc:picChg chg="add mod">
          <ac:chgData name="Luka De Lacey" userId="7c5079d1e183509d" providerId="LiveId" clId="{023B67FE-E4C5-42E2-A7E8-295CAE2B4F0E}" dt="2026-04-09T13:02:24.479" v="11073" actId="1076"/>
          <ac:picMkLst>
            <pc:docMk/>
            <pc:sldMk cId="1623963838" sldId="263"/>
            <ac:picMk id="7" creationId="{AB0EF552-A465-C3BF-726C-157D203C7502}"/>
          </ac:picMkLst>
        </pc:picChg>
      </pc:sldChg>
      <pc:sldChg chg="addSp delSp modSp new mod ord setBg modNotesTx">
        <pc:chgData name="Luka De Lacey" userId="7c5079d1e183509d" providerId="LiveId" clId="{023B67FE-E4C5-42E2-A7E8-295CAE2B4F0E}" dt="2026-04-09T12:07:08.224" v="10226"/>
        <pc:sldMkLst>
          <pc:docMk/>
          <pc:sldMk cId="180345978" sldId="264"/>
        </pc:sldMkLst>
        <pc:spChg chg="del mod">
          <ac:chgData name="Luka De Lacey" userId="7c5079d1e183509d" providerId="LiveId" clId="{023B67FE-E4C5-42E2-A7E8-295CAE2B4F0E}" dt="2026-04-09T12:03:26.223" v="9925" actId="478"/>
          <ac:spMkLst>
            <pc:docMk/>
            <pc:sldMk cId="180345978" sldId="264"/>
            <ac:spMk id="2" creationId="{9296E94D-D02E-6B52-F16E-D55B1AAE1914}"/>
          </ac:spMkLst>
        </pc:spChg>
        <pc:spChg chg="mod">
          <ac:chgData name="Luka De Lacey" userId="7c5079d1e183509d" providerId="LiveId" clId="{023B67FE-E4C5-42E2-A7E8-295CAE2B4F0E}" dt="2026-04-09T12:07:06.185" v="10225" actId="27636"/>
          <ac:spMkLst>
            <pc:docMk/>
            <pc:sldMk cId="180345978" sldId="264"/>
            <ac:spMk id="3" creationId="{7E86535F-5F4D-AEF0-F103-0CC49503357F}"/>
          </ac:spMkLst>
        </pc:spChg>
        <pc:spChg chg="add mod">
          <ac:chgData name="Luka De Lacey" userId="7c5079d1e183509d" providerId="LiveId" clId="{023B67FE-E4C5-42E2-A7E8-295CAE2B4F0E}" dt="2026-04-09T12:07:08.224" v="10226"/>
          <ac:spMkLst>
            <pc:docMk/>
            <pc:sldMk cId="180345978" sldId="264"/>
            <ac:spMk id="4" creationId="{B40705F9-AC48-E3E7-0D1A-B38AC65F8264}"/>
          </ac:spMkLst>
        </pc:spChg>
        <pc:spChg chg="add del mod">
          <ac:chgData name="Luka De Lacey" userId="7c5079d1e183509d" providerId="LiveId" clId="{023B67FE-E4C5-42E2-A7E8-295CAE2B4F0E}" dt="2026-04-09T12:03:27.759" v="9926" actId="478"/>
          <ac:spMkLst>
            <pc:docMk/>
            <pc:sldMk cId="180345978" sldId="264"/>
            <ac:spMk id="7" creationId="{DE0688E4-9A00-1F57-34AA-04A2B0EF8886}"/>
          </ac:spMkLst>
        </pc:spChg>
        <pc:spChg chg="add">
          <ac:chgData name="Luka De Lacey" userId="7c5079d1e183509d" providerId="LiveId" clId="{023B67FE-E4C5-42E2-A7E8-295CAE2B4F0E}" dt="2026-04-09T00:47:32.063" v="7231" actId="26606"/>
          <ac:spMkLst>
            <pc:docMk/>
            <pc:sldMk cId="180345978" sldId="264"/>
            <ac:spMk id="11" creationId="{201CC55D-ED54-4C5C-95E6-10947BD1103B}"/>
          </ac:spMkLst>
        </pc:spChg>
        <pc:spChg chg="add">
          <ac:chgData name="Luka De Lacey" userId="7c5079d1e183509d" providerId="LiveId" clId="{023B67FE-E4C5-42E2-A7E8-295CAE2B4F0E}" dt="2026-04-09T00:47:32.063" v="7231" actId="26606"/>
          <ac:spMkLst>
            <pc:docMk/>
            <pc:sldMk cId="180345978" sldId="264"/>
            <ac:spMk id="17" creationId="{3873B707-463F-40B0-8227-E8CC6C67EB25}"/>
          </ac:spMkLst>
        </pc:spChg>
        <pc:spChg chg="add">
          <ac:chgData name="Luka De Lacey" userId="7c5079d1e183509d" providerId="LiveId" clId="{023B67FE-E4C5-42E2-A7E8-295CAE2B4F0E}" dt="2026-04-09T00:47:32.063" v="7231" actId="26606"/>
          <ac:spMkLst>
            <pc:docMk/>
            <pc:sldMk cId="180345978" sldId="264"/>
            <ac:spMk id="19" creationId="{C13237C8-E62C-4F0D-A318-BD6FB6C2D138}"/>
          </ac:spMkLst>
        </pc:spChg>
        <pc:spChg chg="add">
          <ac:chgData name="Luka De Lacey" userId="7c5079d1e183509d" providerId="LiveId" clId="{023B67FE-E4C5-42E2-A7E8-295CAE2B4F0E}" dt="2026-04-09T00:47:32.063" v="7231" actId="26606"/>
          <ac:spMkLst>
            <pc:docMk/>
            <pc:sldMk cId="180345978" sldId="264"/>
            <ac:spMk id="21" creationId="{19C9EAEA-39D0-4B0E-A0EB-51E7B26740B1}"/>
          </ac:spMkLst>
        </pc:spChg>
        <pc:grpChg chg="add">
          <ac:chgData name="Luka De Lacey" userId="7c5079d1e183509d" providerId="LiveId" clId="{023B67FE-E4C5-42E2-A7E8-295CAE2B4F0E}" dt="2026-04-09T00:47:32.063" v="7231" actId="26606"/>
          <ac:grpSpMkLst>
            <pc:docMk/>
            <pc:sldMk cId="180345978" sldId="264"/>
            <ac:grpSpMk id="13" creationId="{1DE889C7-FAD6-4397-98E2-05D503484459}"/>
          </ac:grpSpMkLst>
        </pc:grpChg>
        <pc:picChg chg="add del mod">
          <ac:chgData name="Luka De Lacey" userId="7c5079d1e183509d" providerId="LiveId" clId="{023B67FE-E4C5-42E2-A7E8-295CAE2B4F0E}" dt="2026-04-08T23:52:53.465" v="5300" actId="478"/>
          <ac:picMkLst>
            <pc:docMk/>
            <pc:sldMk cId="180345978" sldId="264"/>
            <ac:picMk id="5" creationId="{9E2542F0-7FF2-6B17-1492-25CAC4D5C757}"/>
          </ac:picMkLst>
        </pc:picChg>
        <pc:picChg chg="add mod modCrop">
          <ac:chgData name="Luka De Lacey" userId="7c5079d1e183509d" providerId="LiveId" clId="{023B67FE-E4C5-42E2-A7E8-295CAE2B4F0E}" dt="2026-04-09T12:03:06.104" v="9916" actId="1076"/>
          <ac:picMkLst>
            <pc:docMk/>
            <pc:sldMk cId="180345978" sldId="264"/>
            <ac:picMk id="6" creationId="{1EE4747E-3206-8553-F719-FDEC8797CA57}"/>
          </ac:picMkLst>
        </pc:picChg>
      </pc:sldChg>
      <pc:sldChg chg="addSp delSp modSp new del mod ord setBg">
        <pc:chgData name="Luka De Lacey" userId="7c5079d1e183509d" providerId="LiveId" clId="{023B67FE-E4C5-42E2-A7E8-295CAE2B4F0E}" dt="2026-04-09T12:13:11.204" v="10588" actId="47"/>
        <pc:sldMkLst>
          <pc:docMk/>
          <pc:sldMk cId="2616912587" sldId="265"/>
        </pc:sldMkLst>
        <pc:spChg chg="mod">
          <ac:chgData name="Luka De Lacey" userId="7c5079d1e183509d" providerId="LiveId" clId="{023B67FE-E4C5-42E2-A7E8-295CAE2B4F0E}" dt="2026-04-09T00:48:17.007" v="7335" actId="26606"/>
          <ac:spMkLst>
            <pc:docMk/>
            <pc:sldMk cId="2616912587" sldId="265"/>
            <ac:spMk id="2" creationId="{CC6B9798-CB8D-B25A-0DA2-EB80F531344C}"/>
          </ac:spMkLst>
        </pc:spChg>
        <pc:spChg chg="mod">
          <ac:chgData name="Luka De Lacey" userId="7c5079d1e183509d" providerId="LiveId" clId="{023B67FE-E4C5-42E2-A7E8-295CAE2B4F0E}" dt="2026-04-09T12:12:27.807" v="10578" actId="20577"/>
          <ac:spMkLst>
            <pc:docMk/>
            <pc:sldMk cId="2616912587" sldId="265"/>
            <ac:spMk id="3" creationId="{0E63DD51-7F09-5517-B2B7-4D0964775CA7}"/>
          </ac:spMkLst>
        </pc:spChg>
        <pc:spChg chg="add mod">
          <ac:chgData name="Luka De Lacey" userId="7c5079d1e183509d" providerId="LiveId" clId="{023B67FE-E4C5-42E2-A7E8-295CAE2B4F0E}" dt="2026-04-09T12:07:11.473" v="10227"/>
          <ac:spMkLst>
            <pc:docMk/>
            <pc:sldMk cId="2616912587" sldId="265"/>
            <ac:spMk id="4" creationId="{D0C9F8BE-70D5-F1E9-70BD-FCDA10A79513}"/>
          </ac:spMkLst>
        </pc:spChg>
        <pc:spChg chg="add del">
          <ac:chgData name="Luka De Lacey" userId="7c5079d1e183509d" providerId="LiveId" clId="{023B67FE-E4C5-42E2-A7E8-295CAE2B4F0E}" dt="2026-04-09T00:48:17.001" v="7334" actId="26606"/>
          <ac:spMkLst>
            <pc:docMk/>
            <pc:sldMk cId="2616912587" sldId="265"/>
            <ac:spMk id="11" creationId="{201CC55D-ED54-4C5C-95E6-10947BD1103B}"/>
          </ac:spMkLst>
        </pc:spChg>
        <pc:spChg chg="add del">
          <ac:chgData name="Luka De Lacey" userId="7c5079d1e183509d" providerId="LiveId" clId="{023B67FE-E4C5-42E2-A7E8-295CAE2B4F0E}" dt="2026-04-09T00:48:17.001" v="7334" actId="26606"/>
          <ac:spMkLst>
            <pc:docMk/>
            <pc:sldMk cId="2616912587" sldId="265"/>
            <ac:spMk id="17" creationId="{3873B707-463F-40B0-8227-E8CC6C67EB25}"/>
          </ac:spMkLst>
        </pc:spChg>
        <pc:spChg chg="add del">
          <ac:chgData name="Luka De Lacey" userId="7c5079d1e183509d" providerId="LiveId" clId="{023B67FE-E4C5-42E2-A7E8-295CAE2B4F0E}" dt="2026-04-09T00:48:17.001" v="7334" actId="26606"/>
          <ac:spMkLst>
            <pc:docMk/>
            <pc:sldMk cId="2616912587" sldId="265"/>
            <ac:spMk id="19" creationId="{C13237C8-E62C-4F0D-A318-BD6FB6C2D138}"/>
          </ac:spMkLst>
        </pc:spChg>
        <pc:spChg chg="add del">
          <ac:chgData name="Luka De Lacey" userId="7c5079d1e183509d" providerId="LiveId" clId="{023B67FE-E4C5-42E2-A7E8-295CAE2B4F0E}" dt="2026-04-09T00:48:17.001" v="7334" actId="26606"/>
          <ac:spMkLst>
            <pc:docMk/>
            <pc:sldMk cId="2616912587" sldId="265"/>
            <ac:spMk id="21" creationId="{19C9EAEA-39D0-4B0E-A0EB-51E7B26740B1}"/>
          </ac:spMkLst>
        </pc:spChg>
        <pc:spChg chg="add">
          <ac:chgData name="Luka De Lacey" userId="7c5079d1e183509d" providerId="LiveId" clId="{023B67FE-E4C5-42E2-A7E8-295CAE2B4F0E}" dt="2026-04-09T00:48:17.007" v="7335" actId="26606"/>
          <ac:spMkLst>
            <pc:docMk/>
            <pc:sldMk cId="2616912587" sldId="265"/>
            <ac:spMk id="23" creationId="{DBC6133C-0615-4CE4-9132-37E609A9BDFA}"/>
          </ac:spMkLst>
        </pc:spChg>
        <pc:spChg chg="add">
          <ac:chgData name="Luka De Lacey" userId="7c5079d1e183509d" providerId="LiveId" clId="{023B67FE-E4C5-42E2-A7E8-295CAE2B4F0E}" dt="2026-04-09T00:48:17.007" v="7335" actId="26606"/>
          <ac:spMkLst>
            <pc:docMk/>
            <pc:sldMk cId="2616912587" sldId="265"/>
            <ac:spMk id="24" creationId="{169CC832-2974-4E8D-90ED-3E2941BA7336}"/>
          </ac:spMkLst>
        </pc:spChg>
        <pc:spChg chg="add">
          <ac:chgData name="Luka De Lacey" userId="7c5079d1e183509d" providerId="LiveId" clId="{023B67FE-E4C5-42E2-A7E8-295CAE2B4F0E}" dt="2026-04-09T00:48:17.007" v="7335" actId="26606"/>
          <ac:spMkLst>
            <pc:docMk/>
            <pc:sldMk cId="2616912587" sldId="265"/>
            <ac:spMk id="25" creationId="{55222F96-971A-4F90-B841-6BAB416C7AC1}"/>
          </ac:spMkLst>
        </pc:spChg>
        <pc:spChg chg="add">
          <ac:chgData name="Luka De Lacey" userId="7c5079d1e183509d" providerId="LiveId" clId="{023B67FE-E4C5-42E2-A7E8-295CAE2B4F0E}" dt="2026-04-09T00:48:17.007" v="7335" actId="26606"/>
          <ac:spMkLst>
            <pc:docMk/>
            <pc:sldMk cId="2616912587" sldId="265"/>
            <ac:spMk id="26" creationId="{08980754-6F4B-43C9-B9BE-127B6BED6586}"/>
          </ac:spMkLst>
        </pc:spChg>
        <pc:spChg chg="add">
          <ac:chgData name="Luka De Lacey" userId="7c5079d1e183509d" providerId="LiveId" clId="{023B67FE-E4C5-42E2-A7E8-295CAE2B4F0E}" dt="2026-04-09T00:48:17.007" v="7335" actId="26606"/>
          <ac:spMkLst>
            <pc:docMk/>
            <pc:sldMk cId="2616912587" sldId="265"/>
            <ac:spMk id="27" creationId="{2C1BBA94-3F40-40AA-8BB9-E69E25E537C1}"/>
          </ac:spMkLst>
        </pc:spChg>
        <pc:grpChg chg="add del">
          <ac:chgData name="Luka De Lacey" userId="7c5079d1e183509d" providerId="LiveId" clId="{023B67FE-E4C5-42E2-A7E8-295CAE2B4F0E}" dt="2026-04-09T00:48:17.001" v="7334" actId="26606"/>
          <ac:grpSpMkLst>
            <pc:docMk/>
            <pc:sldMk cId="2616912587" sldId="265"/>
            <ac:grpSpMk id="13" creationId="{1DE889C7-FAD6-4397-98E2-05D503484459}"/>
          </ac:grpSpMkLst>
        </pc:grpChg>
        <pc:picChg chg="add del mod">
          <ac:chgData name="Luka De Lacey" userId="7c5079d1e183509d" providerId="LiveId" clId="{023B67FE-E4C5-42E2-A7E8-295CAE2B4F0E}" dt="2026-04-08T23:54:50.265" v="5450" actId="478"/>
          <ac:picMkLst>
            <pc:docMk/>
            <pc:sldMk cId="2616912587" sldId="265"/>
            <ac:picMk id="5" creationId="{FC759494-2596-4C1D-3D78-7970DD851734}"/>
          </ac:picMkLst>
        </pc:picChg>
        <pc:picChg chg="add mod">
          <ac:chgData name="Luka De Lacey" userId="7c5079d1e183509d" providerId="LiveId" clId="{023B67FE-E4C5-42E2-A7E8-295CAE2B4F0E}" dt="2026-04-09T00:48:17.007" v="7335" actId="26606"/>
          <ac:picMkLst>
            <pc:docMk/>
            <pc:sldMk cId="2616912587" sldId="265"/>
            <ac:picMk id="6" creationId="{821015F3-C099-DB67-55F1-641E5393283A}"/>
          </ac:picMkLst>
        </pc:picChg>
      </pc:sldChg>
      <pc:sldChg chg="addSp delSp modSp new mod ord setBg">
        <pc:chgData name="Luka De Lacey" userId="7c5079d1e183509d" providerId="LiveId" clId="{023B67FE-E4C5-42E2-A7E8-295CAE2B4F0E}" dt="2026-04-09T12:07:25.713" v="10232"/>
        <pc:sldMkLst>
          <pc:docMk/>
          <pc:sldMk cId="1923262649" sldId="266"/>
        </pc:sldMkLst>
        <pc:spChg chg="mod">
          <ac:chgData name="Luka De Lacey" userId="7c5079d1e183509d" providerId="LiveId" clId="{023B67FE-E4C5-42E2-A7E8-295CAE2B4F0E}" dt="2026-04-09T12:07:25.713" v="10232"/>
          <ac:spMkLst>
            <pc:docMk/>
            <pc:sldMk cId="1923262649" sldId="266"/>
            <ac:spMk id="2" creationId="{B246D3F8-D43B-69A9-BBC0-611EBF253E55}"/>
          </ac:spMkLst>
        </pc:spChg>
        <pc:spChg chg="mod">
          <ac:chgData name="Luka De Lacey" userId="7c5079d1e183509d" providerId="LiveId" clId="{023B67FE-E4C5-42E2-A7E8-295CAE2B4F0E}" dt="2026-04-09T00:45:00.397" v="7201" actId="26606"/>
          <ac:spMkLst>
            <pc:docMk/>
            <pc:sldMk cId="1923262649" sldId="266"/>
            <ac:spMk id="3" creationId="{F298F96C-FEC8-2A74-F9A6-493BB6189543}"/>
          </ac:spMkLst>
        </pc:spChg>
        <pc:spChg chg="add">
          <ac:chgData name="Luka De Lacey" userId="7c5079d1e183509d" providerId="LiveId" clId="{023B67FE-E4C5-42E2-A7E8-295CAE2B4F0E}" dt="2026-04-09T00:45:00.397" v="7201" actId="26606"/>
          <ac:spMkLst>
            <pc:docMk/>
            <pc:sldMk cId="1923262649" sldId="266"/>
            <ac:spMk id="9" creationId="{058A14AF-9FB5-4CC7-BA35-E8E85D3EDF0E}"/>
          </ac:spMkLst>
        </pc:spChg>
        <pc:spChg chg="add">
          <ac:chgData name="Luka De Lacey" userId="7c5079d1e183509d" providerId="LiveId" clId="{023B67FE-E4C5-42E2-A7E8-295CAE2B4F0E}" dt="2026-04-09T00:45:00.397" v="7201" actId="26606"/>
          <ac:spMkLst>
            <pc:docMk/>
            <pc:sldMk cId="1923262649" sldId="266"/>
            <ac:spMk id="11" creationId="{3A9A4357-BD1D-4622-A4FE-766E6AB8DE84}"/>
          </ac:spMkLst>
        </pc:spChg>
        <pc:spChg chg="add">
          <ac:chgData name="Luka De Lacey" userId="7c5079d1e183509d" providerId="LiveId" clId="{023B67FE-E4C5-42E2-A7E8-295CAE2B4F0E}" dt="2026-04-09T00:45:00.397" v="7201" actId="26606"/>
          <ac:spMkLst>
            <pc:docMk/>
            <pc:sldMk cId="1923262649" sldId="266"/>
            <ac:spMk id="13" creationId="{E659831F-0D9A-4C63-9EBB-8435B85A440F}"/>
          </ac:spMkLst>
        </pc:spChg>
        <pc:spChg chg="add">
          <ac:chgData name="Luka De Lacey" userId="7c5079d1e183509d" providerId="LiveId" clId="{023B67FE-E4C5-42E2-A7E8-295CAE2B4F0E}" dt="2026-04-09T00:45:00.397" v="7201" actId="26606"/>
          <ac:spMkLst>
            <pc:docMk/>
            <pc:sldMk cId="1923262649" sldId="266"/>
            <ac:spMk id="15" creationId="{E6995CE5-F890-4ABA-82A2-26507CE8D2A3}"/>
          </ac:spMkLst>
        </pc:spChg>
        <pc:picChg chg="add mod">
          <ac:chgData name="Luka De Lacey" userId="7c5079d1e183509d" providerId="LiveId" clId="{023B67FE-E4C5-42E2-A7E8-295CAE2B4F0E}" dt="2026-04-09T00:45:00.397" v="7201" actId="26606"/>
          <ac:picMkLst>
            <pc:docMk/>
            <pc:sldMk cId="1923262649" sldId="266"/>
            <ac:picMk id="4" creationId="{2AEDB068-FE27-8EE6-F318-69FAE1C97830}"/>
          </ac:picMkLst>
        </pc:picChg>
        <pc:picChg chg="add del mod">
          <ac:chgData name="Luka De Lacey" userId="7c5079d1e183509d" providerId="LiveId" clId="{023B67FE-E4C5-42E2-A7E8-295CAE2B4F0E}" dt="2026-04-09T00:39:59.239" v="7121" actId="478"/>
          <ac:picMkLst>
            <pc:docMk/>
            <pc:sldMk cId="1923262649" sldId="266"/>
            <ac:picMk id="1026" creationId="{C9387C5B-1508-2DBB-E550-02813A1DC995}"/>
          </ac:picMkLst>
        </pc:picChg>
      </pc:sldChg>
      <pc:sldChg chg="addSp modSp new mod ord setBg">
        <pc:chgData name="Luka De Lacey" userId="7c5079d1e183509d" providerId="LiveId" clId="{023B67FE-E4C5-42E2-A7E8-295CAE2B4F0E}" dt="2026-04-09T12:07:22.912" v="10231"/>
        <pc:sldMkLst>
          <pc:docMk/>
          <pc:sldMk cId="850707843" sldId="267"/>
        </pc:sldMkLst>
        <pc:spChg chg="mod">
          <ac:chgData name="Luka De Lacey" userId="7c5079d1e183509d" providerId="LiveId" clId="{023B67FE-E4C5-42E2-A7E8-295CAE2B4F0E}" dt="2026-04-09T12:07:22.912" v="10231"/>
          <ac:spMkLst>
            <pc:docMk/>
            <pc:sldMk cId="850707843" sldId="267"/>
            <ac:spMk id="2" creationId="{7E58BF8D-5097-7138-8E91-C6A246E24B92}"/>
          </ac:spMkLst>
        </pc:spChg>
        <pc:spChg chg="mod">
          <ac:chgData name="Luka De Lacey" userId="7c5079d1e183509d" providerId="LiveId" clId="{023B67FE-E4C5-42E2-A7E8-295CAE2B4F0E}" dt="2026-04-09T00:45:09.738" v="7202" actId="26606"/>
          <ac:spMkLst>
            <pc:docMk/>
            <pc:sldMk cId="850707843" sldId="267"/>
            <ac:spMk id="3" creationId="{3669820E-B81B-632B-5955-A901DCE2B57D}"/>
          </ac:spMkLst>
        </pc:spChg>
        <pc:spChg chg="add">
          <ac:chgData name="Luka De Lacey" userId="7c5079d1e183509d" providerId="LiveId" clId="{023B67FE-E4C5-42E2-A7E8-295CAE2B4F0E}" dt="2026-04-09T00:45:09.738" v="7202" actId="26606"/>
          <ac:spMkLst>
            <pc:docMk/>
            <pc:sldMk cId="850707843" sldId="267"/>
            <ac:spMk id="10" creationId="{201CC55D-ED54-4C5C-95E6-10947BD1103B}"/>
          </ac:spMkLst>
        </pc:spChg>
        <pc:spChg chg="add">
          <ac:chgData name="Luka De Lacey" userId="7c5079d1e183509d" providerId="LiveId" clId="{023B67FE-E4C5-42E2-A7E8-295CAE2B4F0E}" dt="2026-04-09T00:45:09.738" v="7202" actId="26606"/>
          <ac:spMkLst>
            <pc:docMk/>
            <pc:sldMk cId="850707843" sldId="267"/>
            <ac:spMk id="16" creationId="{3873B707-463F-40B0-8227-E8CC6C67EB25}"/>
          </ac:spMkLst>
        </pc:spChg>
        <pc:spChg chg="add">
          <ac:chgData name="Luka De Lacey" userId="7c5079d1e183509d" providerId="LiveId" clId="{023B67FE-E4C5-42E2-A7E8-295CAE2B4F0E}" dt="2026-04-09T00:45:09.738" v="7202" actId="26606"/>
          <ac:spMkLst>
            <pc:docMk/>
            <pc:sldMk cId="850707843" sldId="267"/>
            <ac:spMk id="18" creationId="{C13237C8-E62C-4F0D-A318-BD6FB6C2D138}"/>
          </ac:spMkLst>
        </pc:spChg>
        <pc:spChg chg="add">
          <ac:chgData name="Luka De Lacey" userId="7c5079d1e183509d" providerId="LiveId" clId="{023B67FE-E4C5-42E2-A7E8-295CAE2B4F0E}" dt="2026-04-09T00:45:09.738" v="7202" actId="26606"/>
          <ac:spMkLst>
            <pc:docMk/>
            <pc:sldMk cId="850707843" sldId="267"/>
            <ac:spMk id="20" creationId="{19C9EAEA-39D0-4B0E-A0EB-51E7B26740B1}"/>
          </ac:spMkLst>
        </pc:spChg>
        <pc:grpChg chg="add">
          <ac:chgData name="Luka De Lacey" userId="7c5079d1e183509d" providerId="LiveId" clId="{023B67FE-E4C5-42E2-A7E8-295CAE2B4F0E}" dt="2026-04-09T00:45:09.738" v="7202" actId="26606"/>
          <ac:grpSpMkLst>
            <pc:docMk/>
            <pc:sldMk cId="850707843" sldId="267"/>
            <ac:grpSpMk id="12" creationId="{1DE889C7-FAD6-4397-98E2-05D503484459}"/>
          </ac:grpSpMkLst>
        </pc:grpChg>
        <pc:picChg chg="add mod">
          <ac:chgData name="Luka De Lacey" userId="7c5079d1e183509d" providerId="LiveId" clId="{023B67FE-E4C5-42E2-A7E8-295CAE2B4F0E}" dt="2026-04-09T00:45:09.738" v="7202" actId="26606"/>
          <ac:picMkLst>
            <pc:docMk/>
            <pc:sldMk cId="850707843" sldId="267"/>
            <ac:picMk id="5" creationId="{DB6BB64F-CD39-167B-5527-7960754578BC}"/>
          </ac:picMkLst>
        </pc:picChg>
      </pc:sldChg>
      <pc:sldChg chg="modSp new del mod ord">
        <pc:chgData name="Luka De Lacey" userId="7c5079d1e183509d" providerId="LiveId" clId="{023B67FE-E4C5-42E2-A7E8-295CAE2B4F0E}" dt="2026-04-08T23:57:18.118" v="5676" actId="47"/>
        <pc:sldMkLst>
          <pc:docMk/>
          <pc:sldMk cId="3274122063" sldId="268"/>
        </pc:sldMkLst>
        <pc:spChg chg="mod">
          <ac:chgData name="Luka De Lacey" userId="7c5079d1e183509d" providerId="LiveId" clId="{023B67FE-E4C5-42E2-A7E8-295CAE2B4F0E}" dt="2026-04-08T23:11:16.849" v="3690" actId="2711"/>
          <ac:spMkLst>
            <pc:docMk/>
            <pc:sldMk cId="3274122063" sldId="268"/>
            <ac:spMk id="2" creationId="{82168883-B723-CC7B-A878-E99D14B69894}"/>
          </ac:spMkLst>
        </pc:spChg>
      </pc:sldChg>
      <pc:sldChg chg="addSp delSp modSp add mod ord">
        <pc:chgData name="Luka De Lacey" userId="7c5079d1e183509d" providerId="LiveId" clId="{023B67FE-E4C5-42E2-A7E8-295CAE2B4F0E}" dt="2026-04-09T13:39:13.934" v="11915" actId="14100"/>
        <pc:sldMkLst>
          <pc:docMk/>
          <pc:sldMk cId="2052214948" sldId="269"/>
        </pc:sldMkLst>
        <pc:spChg chg="del mod">
          <ac:chgData name="Luka De Lacey" userId="7c5079d1e183509d" providerId="LiveId" clId="{023B67FE-E4C5-42E2-A7E8-295CAE2B4F0E}" dt="2026-04-09T13:03:03.691" v="11084" actId="478"/>
          <ac:spMkLst>
            <pc:docMk/>
            <pc:sldMk cId="2052214948" sldId="269"/>
            <ac:spMk id="2" creationId="{75157770-F8CB-EE2C-9BAB-97F3EE1BE73E}"/>
          </ac:spMkLst>
        </pc:spChg>
        <pc:spChg chg="mod">
          <ac:chgData name="Luka De Lacey" userId="7c5079d1e183509d" providerId="LiveId" clId="{023B67FE-E4C5-42E2-A7E8-295CAE2B4F0E}" dt="2026-04-09T13:39:13.934" v="11915" actId="14100"/>
          <ac:spMkLst>
            <pc:docMk/>
            <pc:sldMk cId="2052214948" sldId="269"/>
            <ac:spMk id="3" creationId="{D9330ACF-692C-9E53-8051-14CE8F467A02}"/>
          </ac:spMkLst>
        </pc:spChg>
        <pc:spChg chg="add mod">
          <ac:chgData name="Luka De Lacey" userId="7c5079d1e183509d" providerId="LiveId" clId="{023B67FE-E4C5-42E2-A7E8-295CAE2B4F0E}" dt="2026-04-09T13:02:56.069" v="11083" actId="14100"/>
          <ac:spMkLst>
            <pc:docMk/>
            <pc:sldMk cId="2052214948" sldId="269"/>
            <ac:spMk id="4" creationId="{0766FD3F-15C1-B907-EA4A-5AEFAF1B028C}"/>
          </ac:spMkLst>
        </pc:spChg>
        <pc:spChg chg="add del mod">
          <ac:chgData name="Luka De Lacey" userId="7c5079d1e183509d" providerId="LiveId" clId="{023B67FE-E4C5-42E2-A7E8-295CAE2B4F0E}" dt="2026-04-09T13:03:07.183" v="11085" actId="478"/>
          <ac:spMkLst>
            <pc:docMk/>
            <pc:sldMk cId="2052214948" sldId="269"/>
            <ac:spMk id="7" creationId="{F3256BC5-D9D8-FA3F-C229-5F94F8C50BE8}"/>
          </ac:spMkLst>
        </pc:spChg>
        <pc:spChg chg="add mod">
          <ac:chgData name="Luka De Lacey" userId="7c5079d1e183509d" providerId="LiveId" clId="{023B67FE-E4C5-42E2-A7E8-295CAE2B4F0E}" dt="2026-04-09T13:03:20.493" v="11113" actId="27636"/>
          <ac:spMkLst>
            <pc:docMk/>
            <pc:sldMk cId="2052214948" sldId="269"/>
            <ac:spMk id="8" creationId="{50868ADE-C5E5-BE0A-C44C-54F76648A238}"/>
          </ac:spMkLst>
        </pc:spChg>
        <pc:picChg chg="del">
          <ac:chgData name="Luka De Lacey" userId="7c5079d1e183509d" providerId="LiveId" clId="{023B67FE-E4C5-42E2-A7E8-295CAE2B4F0E}" dt="2026-04-09T00:03:31.069" v="6183" actId="478"/>
          <ac:picMkLst>
            <pc:docMk/>
            <pc:sldMk cId="2052214948" sldId="269"/>
            <ac:picMk id="5" creationId="{5744F2B4-815E-803E-FA27-93B79EA36FD8}"/>
          </ac:picMkLst>
        </pc:picChg>
        <pc:picChg chg="add mod">
          <ac:chgData name="Luka De Lacey" userId="7c5079d1e183509d" providerId="LiveId" clId="{023B67FE-E4C5-42E2-A7E8-295CAE2B4F0E}" dt="2026-04-09T00:04:01.760" v="6194" actId="1582"/>
          <ac:picMkLst>
            <pc:docMk/>
            <pc:sldMk cId="2052214948" sldId="269"/>
            <ac:picMk id="6" creationId="{2FE01FCB-F665-83ED-86AE-1CA2C22F0DE8}"/>
          </ac:picMkLst>
        </pc:picChg>
      </pc:sldChg>
      <pc:sldChg chg="addSp delSp modSp new mod">
        <pc:chgData name="Luka De Lacey" userId="7c5079d1e183509d" providerId="LiveId" clId="{023B67FE-E4C5-42E2-A7E8-295CAE2B4F0E}" dt="2026-04-09T14:13:38.556" v="12346" actId="2710"/>
        <pc:sldMkLst>
          <pc:docMk/>
          <pc:sldMk cId="3514585462" sldId="270"/>
        </pc:sldMkLst>
        <pc:spChg chg="del mod">
          <ac:chgData name="Luka De Lacey" userId="7c5079d1e183509d" providerId="LiveId" clId="{023B67FE-E4C5-42E2-A7E8-295CAE2B4F0E}" dt="2026-04-09T13:40:07.384" v="11940" actId="478"/>
          <ac:spMkLst>
            <pc:docMk/>
            <pc:sldMk cId="3514585462" sldId="270"/>
            <ac:spMk id="2" creationId="{70862895-263B-F43F-670C-14D0E7B928C9}"/>
          </ac:spMkLst>
        </pc:spChg>
        <pc:spChg chg="mod">
          <ac:chgData name="Luka De Lacey" userId="7c5079d1e183509d" providerId="LiveId" clId="{023B67FE-E4C5-42E2-A7E8-295CAE2B4F0E}" dt="2026-04-09T14:13:38.556" v="12346" actId="2710"/>
          <ac:spMkLst>
            <pc:docMk/>
            <pc:sldMk cId="3514585462" sldId="270"/>
            <ac:spMk id="3" creationId="{41B15701-F9E4-B590-06CD-F0365BC3265E}"/>
          </ac:spMkLst>
        </pc:spChg>
        <pc:spChg chg="add mod">
          <ac:chgData name="Luka De Lacey" userId="7c5079d1e183509d" providerId="LiveId" clId="{023B67FE-E4C5-42E2-A7E8-295CAE2B4F0E}" dt="2026-04-09T13:40:13.621" v="11950" actId="20577"/>
          <ac:spMkLst>
            <pc:docMk/>
            <pc:sldMk cId="3514585462" sldId="270"/>
            <ac:spMk id="4" creationId="{F91A372E-D802-6B0D-63AF-BEDE91D56302}"/>
          </ac:spMkLst>
        </pc:spChg>
        <pc:spChg chg="add del mod">
          <ac:chgData name="Luka De Lacey" userId="7c5079d1e183509d" providerId="LiveId" clId="{023B67FE-E4C5-42E2-A7E8-295CAE2B4F0E}" dt="2026-04-09T13:40:09.039" v="11941" actId="478"/>
          <ac:spMkLst>
            <pc:docMk/>
            <pc:sldMk cId="3514585462" sldId="270"/>
            <ac:spMk id="6" creationId="{E4C220CD-C29E-401C-B861-F5D1C8964925}"/>
          </ac:spMkLst>
        </pc:spChg>
      </pc:sldChg>
      <pc:sldChg chg="addSp modSp new del mod">
        <pc:chgData name="Luka De Lacey" userId="7c5079d1e183509d" providerId="LiveId" clId="{023B67FE-E4C5-42E2-A7E8-295CAE2B4F0E}" dt="2026-04-09T00:52:53.909" v="7778" actId="47"/>
        <pc:sldMkLst>
          <pc:docMk/>
          <pc:sldMk cId="611969674" sldId="271"/>
        </pc:sldMkLst>
        <pc:spChg chg="mod">
          <ac:chgData name="Luka De Lacey" userId="7c5079d1e183509d" providerId="LiveId" clId="{023B67FE-E4C5-42E2-A7E8-295CAE2B4F0E}" dt="2026-04-08T23:51:49.246" v="5298" actId="14100"/>
          <ac:spMkLst>
            <pc:docMk/>
            <pc:sldMk cId="611969674" sldId="271"/>
            <ac:spMk id="2" creationId="{1DE39359-7B09-B70D-9265-F6912FADA8F4}"/>
          </ac:spMkLst>
        </pc:spChg>
        <pc:spChg chg="mod">
          <ac:chgData name="Luka De Lacey" userId="7c5079d1e183509d" providerId="LiveId" clId="{023B67FE-E4C5-42E2-A7E8-295CAE2B4F0E}" dt="2026-04-08T23:51:46.048" v="5297" actId="14100"/>
          <ac:spMkLst>
            <pc:docMk/>
            <pc:sldMk cId="611969674" sldId="271"/>
            <ac:spMk id="3" creationId="{E0544B41-7913-8DDF-636C-C4F87EB5CF80}"/>
          </ac:spMkLst>
        </pc:spChg>
        <pc:picChg chg="add mod modCrop">
          <ac:chgData name="Luka De Lacey" userId="7c5079d1e183509d" providerId="LiveId" clId="{023B67FE-E4C5-42E2-A7E8-295CAE2B4F0E}" dt="2026-04-08T23:51:42.988" v="5296" actId="1076"/>
          <ac:picMkLst>
            <pc:docMk/>
            <pc:sldMk cId="611969674" sldId="271"/>
            <ac:picMk id="5" creationId="{43A443DF-4CA2-ADF9-1F2C-E33F362B2A5B}"/>
          </ac:picMkLst>
        </pc:picChg>
        <pc:picChg chg="add mod modCrop">
          <ac:chgData name="Luka De Lacey" userId="7c5079d1e183509d" providerId="LiveId" clId="{023B67FE-E4C5-42E2-A7E8-295CAE2B4F0E}" dt="2026-04-08T23:51:59.042" v="5299" actId="732"/>
          <ac:picMkLst>
            <pc:docMk/>
            <pc:sldMk cId="611969674" sldId="271"/>
            <ac:picMk id="7" creationId="{D5051758-40F5-E05B-E35B-866895026504}"/>
          </ac:picMkLst>
        </pc:picChg>
        <pc:picChg chg="add mod">
          <ac:chgData name="Luka De Lacey" userId="7c5079d1e183509d" providerId="LiveId" clId="{023B67FE-E4C5-42E2-A7E8-295CAE2B4F0E}" dt="2026-04-08T23:51:21.731" v="5286" actId="571"/>
          <ac:picMkLst>
            <pc:docMk/>
            <pc:sldMk cId="611969674" sldId="271"/>
            <ac:picMk id="8" creationId="{C9817B12-4EFF-BFFB-1ADE-7F65F1FF9BC1}"/>
          </ac:picMkLst>
        </pc:picChg>
      </pc:sldChg>
      <pc:sldChg chg="addSp delSp modSp add mod">
        <pc:chgData name="Luka De Lacey" userId="7c5079d1e183509d" providerId="LiveId" clId="{023B67FE-E4C5-42E2-A7E8-295CAE2B4F0E}" dt="2026-04-09T14:13:59.017" v="12358" actId="14100"/>
        <pc:sldMkLst>
          <pc:docMk/>
          <pc:sldMk cId="252362121" sldId="272"/>
        </pc:sldMkLst>
        <pc:spChg chg="del mod">
          <ac:chgData name="Luka De Lacey" userId="7c5079d1e183509d" providerId="LiveId" clId="{023B67FE-E4C5-42E2-A7E8-295CAE2B4F0E}" dt="2026-04-09T13:03:29.294" v="11114" actId="478"/>
          <ac:spMkLst>
            <pc:docMk/>
            <pc:sldMk cId="252362121" sldId="272"/>
            <ac:spMk id="2" creationId="{C59DA7BC-9875-B36F-D6A5-2AB3654A8572}"/>
          </ac:spMkLst>
        </pc:spChg>
        <pc:spChg chg="mod">
          <ac:chgData name="Luka De Lacey" userId="7c5079d1e183509d" providerId="LiveId" clId="{023B67FE-E4C5-42E2-A7E8-295CAE2B4F0E}" dt="2026-04-09T14:13:59.017" v="12358" actId="14100"/>
          <ac:spMkLst>
            <pc:docMk/>
            <pc:sldMk cId="252362121" sldId="272"/>
            <ac:spMk id="3" creationId="{9B6422F9-AE2D-329A-598E-1F3E0199D9D5}"/>
          </ac:spMkLst>
        </pc:spChg>
        <pc:spChg chg="add mod ord">
          <ac:chgData name="Luka De Lacey" userId="7c5079d1e183509d" providerId="LiveId" clId="{023B67FE-E4C5-42E2-A7E8-295CAE2B4F0E}" dt="2026-04-09T00:19:01.641" v="6746" actId="1076"/>
          <ac:spMkLst>
            <pc:docMk/>
            <pc:sldMk cId="252362121" sldId="272"/>
            <ac:spMk id="8" creationId="{C13E822B-7036-87AF-5274-089CE2BEFC50}"/>
          </ac:spMkLst>
        </pc:spChg>
        <pc:spChg chg="add mod">
          <ac:chgData name="Luka De Lacey" userId="7c5079d1e183509d" providerId="LiveId" clId="{023B67FE-E4C5-42E2-A7E8-295CAE2B4F0E}" dt="2026-04-09T13:02:45.324" v="11079" actId="1036"/>
          <ac:spMkLst>
            <pc:docMk/>
            <pc:sldMk cId="252362121" sldId="272"/>
            <ac:spMk id="9" creationId="{1FE6A54A-A78C-66A1-160E-BF85BDCA7DFE}"/>
          </ac:spMkLst>
        </pc:spChg>
        <pc:spChg chg="add del mod">
          <ac:chgData name="Luka De Lacey" userId="7c5079d1e183509d" providerId="LiveId" clId="{023B67FE-E4C5-42E2-A7E8-295CAE2B4F0E}" dt="2026-04-09T13:03:32.545" v="11115" actId="478"/>
          <ac:spMkLst>
            <pc:docMk/>
            <pc:sldMk cId="252362121" sldId="272"/>
            <ac:spMk id="10" creationId="{8FE49701-4327-06A6-8380-ADA3EE4E8861}"/>
          </ac:spMkLst>
        </pc:spChg>
        <pc:spChg chg="add mod">
          <ac:chgData name="Luka De Lacey" userId="7c5079d1e183509d" providerId="LiveId" clId="{023B67FE-E4C5-42E2-A7E8-295CAE2B4F0E}" dt="2026-04-09T13:03:38" v="11118" actId="20577"/>
          <ac:spMkLst>
            <pc:docMk/>
            <pc:sldMk cId="252362121" sldId="272"/>
            <ac:spMk id="11" creationId="{4EF36AB6-EEB2-2EC9-188C-6C42CC06FA04}"/>
          </ac:spMkLst>
        </pc:spChg>
        <pc:spChg chg="add mod">
          <ac:chgData name="Luka De Lacey" userId="7c5079d1e183509d" providerId="LiveId" clId="{023B67FE-E4C5-42E2-A7E8-295CAE2B4F0E}" dt="2026-04-09T14:11:53.212" v="12163" actId="14100"/>
          <ac:spMkLst>
            <pc:docMk/>
            <pc:sldMk cId="252362121" sldId="272"/>
            <ac:spMk id="12" creationId="{55C9D859-1EE5-5093-65E8-B7C8EE5DC93A}"/>
          </ac:spMkLst>
        </pc:spChg>
        <pc:grpChg chg="add mod">
          <ac:chgData name="Luka De Lacey" userId="7c5079d1e183509d" providerId="LiveId" clId="{023B67FE-E4C5-42E2-A7E8-295CAE2B4F0E}" dt="2026-04-09T00:19:01.641" v="6746" actId="1076"/>
          <ac:grpSpMkLst>
            <pc:docMk/>
            <pc:sldMk cId="252362121" sldId="272"/>
            <ac:grpSpMk id="7" creationId="{C492A40D-13B9-BDAD-9204-663DB424EF7F}"/>
          </ac:grpSpMkLst>
        </pc:grpChg>
        <pc:picChg chg="add mod">
          <ac:chgData name="Luka De Lacey" userId="7c5079d1e183509d" providerId="LiveId" clId="{023B67FE-E4C5-42E2-A7E8-295CAE2B4F0E}" dt="2026-04-09T00:15:35.826" v="6726" actId="208"/>
          <ac:picMkLst>
            <pc:docMk/>
            <pc:sldMk cId="252362121" sldId="272"/>
            <ac:picMk id="5" creationId="{3AA60A2C-5C41-794F-CADB-4BC84587A2AB}"/>
          </ac:picMkLst>
        </pc:picChg>
        <pc:picChg chg="mod modCrop">
          <ac:chgData name="Luka De Lacey" userId="7c5079d1e183509d" providerId="LiveId" clId="{023B67FE-E4C5-42E2-A7E8-295CAE2B4F0E}" dt="2026-04-09T00:16:24.118" v="6733" actId="732"/>
          <ac:picMkLst>
            <pc:docMk/>
            <pc:sldMk cId="252362121" sldId="272"/>
            <ac:picMk id="6" creationId="{B65C2A4C-C975-2337-D134-456658CCC597}"/>
          </ac:picMkLst>
        </pc:picChg>
      </pc:sldChg>
      <pc:sldChg chg="addSp delSp modSp new mod ord">
        <pc:chgData name="Luka De Lacey" userId="7c5079d1e183509d" providerId="LiveId" clId="{023B67FE-E4C5-42E2-A7E8-295CAE2B4F0E}" dt="2026-04-09T13:36:48.823" v="11852" actId="1076"/>
        <pc:sldMkLst>
          <pc:docMk/>
          <pc:sldMk cId="1175315257" sldId="273"/>
        </pc:sldMkLst>
        <pc:spChg chg="del mod ord">
          <ac:chgData name="Luka De Lacey" userId="7c5079d1e183509d" providerId="LiveId" clId="{023B67FE-E4C5-42E2-A7E8-295CAE2B4F0E}" dt="2026-04-09T12:36:56.171" v="10982" actId="478"/>
          <ac:spMkLst>
            <pc:docMk/>
            <pc:sldMk cId="1175315257" sldId="273"/>
            <ac:spMk id="2" creationId="{C9DBB717-E9F4-0D61-5929-831A1993B149}"/>
          </ac:spMkLst>
        </pc:spChg>
        <pc:spChg chg="mod">
          <ac:chgData name="Luka De Lacey" userId="7c5079d1e183509d" providerId="LiveId" clId="{023B67FE-E4C5-42E2-A7E8-295CAE2B4F0E}" dt="2026-04-09T13:36:45.679" v="11851" actId="14100"/>
          <ac:spMkLst>
            <pc:docMk/>
            <pc:sldMk cId="1175315257" sldId="273"/>
            <ac:spMk id="3" creationId="{128549CF-B07C-C514-4A0B-D2EA0BD1390F}"/>
          </ac:spMkLst>
        </pc:spChg>
        <pc:spChg chg="add mod">
          <ac:chgData name="Luka De Lacey" userId="7c5079d1e183509d" providerId="LiveId" clId="{023B67FE-E4C5-42E2-A7E8-295CAE2B4F0E}" dt="2026-04-09T12:37:24.602" v="10995" actId="255"/>
          <ac:spMkLst>
            <pc:docMk/>
            <pc:sldMk cId="1175315257" sldId="273"/>
            <ac:spMk id="4" creationId="{A9953207-872C-F54B-B227-FE1AD8DC1827}"/>
          </ac:spMkLst>
        </pc:spChg>
        <pc:spChg chg="add del mod">
          <ac:chgData name="Luka De Lacey" userId="7c5079d1e183509d" providerId="LiveId" clId="{023B67FE-E4C5-42E2-A7E8-295CAE2B4F0E}" dt="2026-04-09T12:36:57.396" v="10983" actId="478"/>
          <ac:spMkLst>
            <pc:docMk/>
            <pc:sldMk cId="1175315257" sldId="273"/>
            <ac:spMk id="8" creationId="{CD81AE76-5CFC-9D3A-9439-092A12C70555}"/>
          </ac:spMkLst>
        </pc:spChg>
        <pc:picChg chg="add mod modCrop">
          <ac:chgData name="Luka De Lacey" userId="7c5079d1e183509d" providerId="LiveId" clId="{023B67FE-E4C5-42E2-A7E8-295CAE2B4F0E}" dt="2026-04-09T13:36:48.823" v="11852" actId="1076"/>
          <ac:picMkLst>
            <pc:docMk/>
            <pc:sldMk cId="1175315257" sldId="273"/>
            <ac:picMk id="5" creationId="{BA3CCDA1-9B27-1059-5AA0-14B938D639E1}"/>
          </ac:picMkLst>
        </pc:picChg>
        <pc:picChg chg="add mod">
          <ac:chgData name="Luka De Lacey" userId="7c5079d1e183509d" providerId="LiveId" clId="{023B67FE-E4C5-42E2-A7E8-295CAE2B4F0E}" dt="2026-04-09T13:36:48.823" v="11852" actId="1076"/>
          <ac:picMkLst>
            <pc:docMk/>
            <pc:sldMk cId="1175315257" sldId="273"/>
            <ac:picMk id="7" creationId="{D0BAEB18-3533-0AA4-CD02-17B59619934B}"/>
          </ac:picMkLst>
        </pc:picChg>
      </pc:sldChg>
      <pc:sldChg chg="addSp delSp modSp add mod ord">
        <pc:chgData name="Luka De Lacey" userId="7c5079d1e183509d" providerId="LiveId" clId="{023B67FE-E4C5-42E2-A7E8-295CAE2B4F0E}" dt="2026-04-09T12:08:39.691" v="10384" actId="20577"/>
        <pc:sldMkLst>
          <pc:docMk/>
          <pc:sldMk cId="1171554105" sldId="274"/>
        </pc:sldMkLst>
        <pc:spChg chg="mod">
          <ac:chgData name="Luka De Lacey" userId="7c5079d1e183509d" providerId="LiveId" clId="{023B67FE-E4C5-42E2-A7E8-295CAE2B4F0E}" dt="2026-04-09T12:08:16.027" v="10302" actId="20577"/>
          <ac:spMkLst>
            <pc:docMk/>
            <pc:sldMk cId="1171554105" sldId="274"/>
            <ac:spMk id="2" creationId="{EC06435F-0E97-88F3-0826-655409FBB445}"/>
          </ac:spMkLst>
        </pc:spChg>
        <pc:spChg chg="mod">
          <ac:chgData name="Luka De Lacey" userId="7c5079d1e183509d" providerId="LiveId" clId="{023B67FE-E4C5-42E2-A7E8-295CAE2B4F0E}" dt="2026-04-09T12:08:39.691" v="10384" actId="20577"/>
          <ac:spMkLst>
            <pc:docMk/>
            <pc:sldMk cId="1171554105" sldId="274"/>
            <ac:spMk id="3" creationId="{83DF29DD-9391-E6AB-F2EE-28A8EF485B45}"/>
          </ac:spMkLst>
        </pc:spChg>
        <pc:spChg chg="add mod">
          <ac:chgData name="Luka De Lacey" userId="7c5079d1e183509d" providerId="LiveId" clId="{023B67FE-E4C5-42E2-A7E8-295CAE2B4F0E}" dt="2026-04-09T00:46:28.613" v="7223" actId="1076"/>
          <ac:spMkLst>
            <pc:docMk/>
            <pc:sldMk cId="1171554105" sldId="274"/>
            <ac:spMk id="7" creationId="{C5D975A9-0AE5-8777-CC8D-725776B51E87}"/>
          </ac:spMkLst>
        </pc:spChg>
        <pc:picChg chg="add mod modCrop">
          <ac:chgData name="Luka De Lacey" userId="7c5079d1e183509d" providerId="LiveId" clId="{023B67FE-E4C5-42E2-A7E8-295CAE2B4F0E}" dt="2026-04-09T00:46:45.915" v="7229" actId="1076"/>
          <ac:picMkLst>
            <pc:docMk/>
            <pc:sldMk cId="1171554105" sldId="274"/>
            <ac:picMk id="4" creationId="{41687E71-6FB7-7782-C74D-7118F1F957BB}"/>
          </ac:picMkLst>
        </pc:picChg>
        <pc:picChg chg="del">
          <ac:chgData name="Luka De Lacey" userId="7c5079d1e183509d" providerId="LiveId" clId="{023B67FE-E4C5-42E2-A7E8-295CAE2B4F0E}" dt="2026-04-09T00:46:19.219" v="7218" actId="478"/>
          <ac:picMkLst>
            <pc:docMk/>
            <pc:sldMk cId="1171554105" sldId="274"/>
            <ac:picMk id="5" creationId="{354CEA2B-E57A-42B1-4768-4CCEE540CF95}"/>
          </ac:picMkLst>
        </pc:picChg>
      </pc:sldChg>
      <pc:sldChg chg="new del">
        <pc:chgData name="Luka De Lacey" userId="7c5079d1e183509d" providerId="LiveId" clId="{023B67FE-E4C5-42E2-A7E8-295CAE2B4F0E}" dt="2026-04-09T11:59:38.960" v="9835" actId="2696"/>
        <pc:sldMkLst>
          <pc:docMk/>
          <pc:sldMk cId="4151126987" sldId="275"/>
        </pc:sldMkLst>
      </pc:sldChg>
      <pc:sldChg chg="modSp add del mod">
        <pc:chgData name="Luka De Lacey" userId="7c5079d1e183509d" providerId="LiveId" clId="{023B67FE-E4C5-42E2-A7E8-295CAE2B4F0E}" dt="2026-04-09T14:15:42.124" v="12590" actId="47"/>
        <pc:sldMkLst>
          <pc:docMk/>
          <pc:sldMk cId="4161982830" sldId="276"/>
        </pc:sldMkLst>
        <pc:spChg chg="mod">
          <ac:chgData name="Luka De Lacey" userId="7c5079d1e183509d" providerId="LiveId" clId="{023B67FE-E4C5-42E2-A7E8-295CAE2B4F0E}" dt="2026-04-09T11:38:39.815" v="8725" actId="21"/>
          <ac:spMkLst>
            <pc:docMk/>
            <pc:sldMk cId="4161982830" sldId="276"/>
            <ac:spMk id="3" creationId="{3304181F-BD58-42A5-8750-85D92D24DC68}"/>
          </ac:spMkLst>
        </pc:spChg>
      </pc:sldChg>
      <pc:sldChg chg="addSp delSp modSp add mod">
        <pc:chgData name="Luka De Lacey" userId="7c5079d1e183509d" providerId="LiveId" clId="{023B67FE-E4C5-42E2-A7E8-295CAE2B4F0E}" dt="2026-04-09T12:07:28.829" v="10233"/>
        <pc:sldMkLst>
          <pc:docMk/>
          <pc:sldMk cId="2041997072" sldId="277"/>
        </pc:sldMkLst>
        <pc:spChg chg="del mod">
          <ac:chgData name="Luka De Lacey" userId="7c5079d1e183509d" providerId="LiveId" clId="{023B67FE-E4C5-42E2-A7E8-295CAE2B4F0E}" dt="2026-04-09T11:57:55.428" v="9760" actId="478"/>
          <ac:spMkLst>
            <pc:docMk/>
            <pc:sldMk cId="2041997072" sldId="277"/>
            <ac:spMk id="2" creationId="{3B0C358A-BCD4-D0BA-4710-39695A6B8600}"/>
          </ac:spMkLst>
        </pc:spChg>
        <pc:spChg chg="mod">
          <ac:chgData name="Luka De Lacey" userId="7c5079d1e183509d" providerId="LiveId" clId="{023B67FE-E4C5-42E2-A7E8-295CAE2B4F0E}" dt="2026-04-09T11:55:33.590" v="9736" actId="27636"/>
          <ac:spMkLst>
            <pc:docMk/>
            <pc:sldMk cId="2041997072" sldId="277"/>
            <ac:spMk id="3" creationId="{26869F79-6006-ECA7-EE1B-1C065B6F9E58}"/>
          </ac:spMkLst>
        </pc:spChg>
        <pc:spChg chg="add mod">
          <ac:chgData name="Luka De Lacey" userId="7c5079d1e183509d" providerId="LiveId" clId="{023B67FE-E4C5-42E2-A7E8-295CAE2B4F0E}" dt="2026-04-09T11:57:55.428" v="9760" actId="478"/>
          <ac:spMkLst>
            <pc:docMk/>
            <pc:sldMk cId="2041997072" sldId="277"/>
            <ac:spMk id="5" creationId="{E0B8AA83-6156-0578-D47E-980D386DB2FC}"/>
          </ac:spMkLst>
        </pc:spChg>
        <pc:spChg chg="add mod">
          <ac:chgData name="Luka De Lacey" userId="7c5079d1e183509d" providerId="LiveId" clId="{023B67FE-E4C5-42E2-A7E8-295CAE2B4F0E}" dt="2026-04-09T12:07:28.829" v="10233"/>
          <ac:spMkLst>
            <pc:docMk/>
            <pc:sldMk cId="2041997072" sldId="277"/>
            <ac:spMk id="6" creationId="{17BF9CD5-EBF4-72B8-E318-844EDDE0C674}"/>
          </ac:spMkLst>
        </pc:spChg>
      </pc:sldChg>
      <pc:sldChg chg="modSp add mod">
        <pc:chgData name="Luka De Lacey" userId="7c5079d1e183509d" providerId="LiveId" clId="{023B67FE-E4C5-42E2-A7E8-295CAE2B4F0E}" dt="2026-04-09T12:07:20.332" v="10230"/>
        <pc:sldMkLst>
          <pc:docMk/>
          <pc:sldMk cId="299372002" sldId="278"/>
        </pc:sldMkLst>
        <pc:spChg chg="mod">
          <ac:chgData name="Luka De Lacey" userId="7c5079d1e183509d" providerId="LiveId" clId="{023B67FE-E4C5-42E2-A7E8-295CAE2B4F0E}" dt="2026-04-09T12:07:20.332" v="10230"/>
          <ac:spMkLst>
            <pc:docMk/>
            <pc:sldMk cId="299372002" sldId="278"/>
            <ac:spMk id="2" creationId="{80CE400B-0A49-B5D4-7703-30AFA46BE625}"/>
          </ac:spMkLst>
        </pc:spChg>
        <pc:spChg chg="mod">
          <ac:chgData name="Luka De Lacey" userId="7c5079d1e183509d" providerId="LiveId" clId="{023B67FE-E4C5-42E2-A7E8-295CAE2B4F0E}" dt="2026-04-09T11:56:16.039" v="9751" actId="27636"/>
          <ac:spMkLst>
            <pc:docMk/>
            <pc:sldMk cId="299372002" sldId="278"/>
            <ac:spMk id="3" creationId="{906B8F73-C0DC-EA5E-1FD3-B2FCDB5F2182}"/>
          </ac:spMkLst>
        </pc:spChg>
      </pc:sldChg>
      <pc:sldChg chg="addSp delSp modSp add mod">
        <pc:chgData name="Luka De Lacey" userId="7c5079d1e183509d" providerId="LiveId" clId="{023B67FE-E4C5-42E2-A7E8-295CAE2B4F0E}" dt="2026-04-09T12:07:16.559" v="10229"/>
        <pc:sldMkLst>
          <pc:docMk/>
          <pc:sldMk cId="3303302049" sldId="279"/>
        </pc:sldMkLst>
        <pc:spChg chg="mod">
          <ac:chgData name="Luka De Lacey" userId="7c5079d1e183509d" providerId="LiveId" clId="{023B67FE-E4C5-42E2-A7E8-295CAE2B4F0E}" dt="2026-04-09T11:46:01.623" v="9351" actId="20577"/>
          <ac:spMkLst>
            <pc:docMk/>
            <pc:sldMk cId="3303302049" sldId="279"/>
            <ac:spMk id="2" creationId="{77826BD7-947D-64AF-890C-C68E4479C74D}"/>
          </ac:spMkLst>
        </pc:spChg>
        <pc:spChg chg="add del mod">
          <ac:chgData name="Luka De Lacey" userId="7c5079d1e183509d" providerId="LiveId" clId="{023B67FE-E4C5-42E2-A7E8-295CAE2B4F0E}" dt="2026-04-09T11:55:53.227" v="9741" actId="113"/>
          <ac:spMkLst>
            <pc:docMk/>
            <pc:sldMk cId="3303302049" sldId="279"/>
            <ac:spMk id="3" creationId="{5A01E42A-E19D-4A39-9B58-325005762AC3}"/>
          </ac:spMkLst>
        </pc:spChg>
        <pc:spChg chg="add mod">
          <ac:chgData name="Luka De Lacey" userId="7c5079d1e183509d" providerId="LiveId" clId="{023B67FE-E4C5-42E2-A7E8-295CAE2B4F0E}" dt="2026-04-09T11:45:45.656" v="9335"/>
          <ac:spMkLst>
            <pc:docMk/>
            <pc:sldMk cId="3303302049" sldId="279"/>
            <ac:spMk id="4" creationId="{3F24E6FF-609D-632D-BCA1-842D8D00F067}"/>
          </ac:spMkLst>
        </pc:spChg>
        <pc:spChg chg="add mod">
          <ac:chgData name="Luka De Lacey" userId="7c5079d1e183509d" providerId="LiveId" clId="{023B67FE-E4C5-42E2-A7E8-295CAE2B4F0E}" dt="2026-04-09T12:07:16.559" v="10229"/>
          <ac:spMkLst>
            <pc:docMk/>
            <pc:sldMk cId="3303302049" sldId="279"/>
            <ac:spMk id="5" creationId="{93DE7EAA-1FA1-8278-D0BB-A1D99F7D598F}"/>
          </ac:spMkLst>
        </pc:spChg>
      </pc:sldChg>
      <pc:sldChg chg="modSp add del mod">
        <pc:chgData name="Luka De Lacey" userId="7c5079d1e183509d" providerId="LiveId" clId="{023B67FE-E4C5-42E2-A7E8-295CAE2B4F0E}" dt="2026-04-09T14:15:46.469" v="12591" actId="47"/>
        <pc:sldMkLst>
          <pc:docMk/>
          <pc:sldMk cId="498291952" sldId="280"/>
        </pc:sldMkLst>
        <pc:spChg chg="mod">
          <ac:chgData name="Luka De Lacey" userId="7c5079d1e183509d" providerId="LiveId" clId="{023B67FE-E4C5-42E2-A7E8-295CAE2B4F0E}" dt="2026-04-09T12:07:51.771" v="10290" actId="20577"/>
          <ac:spMkLst>
            <pc:docMk/>
            <pc:sldMk cId="498291952" sldId="280"/>
            <ac:spMk id="7" creationId="{149DEFAA-25CF-5AAD-15CF-25DFBF6B55FF}"/>
          </ac:spMkLst>
        </pc:spChg>
      </pc:sldChg>
      <pc:sldChg chg="modSp add mod">
        <pc:chgData name="Luka De Lacey" userId="7c5079d1e183509d" providerId="LiveId" clId="{023B67FE-E4C5-42E2-A7E8-295CAE2B4F0E}" dt="2026-04-09T13:18:41.425" v="11472" actId="207"/>
        <pc:sldMkLst>
          <pc:docMk/>
          <pc:sldMk cId="1961247398" sldId="281"/>
        </pc:sldMkLst>
        <pc:spChg chg="mod">
          <ac:chgData name="Luka De Lacey" userId="7c5079d1e183509d" providerId="LiveId" clId="{023B67FE-E4C5-42E2-A7E8-295CAE2B4F0E}" dt="2026-04-09T13:18:41.425" v="11472" actId="207"/>
          <ac:spMkLst>
            <pc:docMk/>
            <pc:sldMk cId="1961247398" sldId="281"/>
            <ac:spMk id="3" creationId="{68177605-0AE9-DF41-3F53-2A1C1598DE9B}"/>
          </ac:spMkLst>
        </pc:spChg>
        <pc:spChg chg="mod">
          <ac:chgData name="Luka De Lacey" userId="7c5079d1e183509d" providerId="LiveId" clId="{023B67FE-E4C5-42E2-A7E8-295CAE2B4F0E}" dt="2026-04-09T12:10:14.382" v="10491" actId="20577"/>
          <ac:spMkLst>
            <pc:docMk/>
            <pc:sldMk cId="1961247398" sldId="281"/>
            <ac:spMk id="5" creationId="{5A4FB649-8B46-C370-2278-01E74B598448}"/>
          </ac:spMkLst>
        </pc:spChg>
      </pc:sldChg>
      <pc:sldChg chg="add del">
        <pc:chgData name="Luka De Lacey" userId="7c5079d1e183509d" providerId="LiveId" clId="{023B67FE-E4C5-42E2-A7E8-295CAE2B4F0E}" dt="2026-04-09T12:12:47.478" v="10580"/>
        <pc:sldMkLst>
          <pc:docMk/>
          <pc:sldMk cId="211841471" sldId="282"/>
        </pc:sldMkLst>
      </pc:sldChg>
      <pc:sldChg chg="addSp delSp modSp add mod">
        <pc:chgData name="Luka De Lacey" userId="7c5079d1e183509d" providerId="LiveId" clId="{023B67FE-E4C5-42E2-A7E8-295CAE2B4F0E}" dt="2026-04-09T12:13:16.265" v="10589" actId="20577"/>
        <pc:sldMkLst>
          <pc:docMk/>
          <pc:sldMk cId="4211783493" sldId="282"/>
        </pc:sldMkLst>
        <pc:spChg chg="mod">
          <ac:chgData name="Luka De Lacey" userId="7c5079d1e183509d" providerId="LiveId" clId="{023B67FE-E4C5-42E2-A7E8-295CAE2B4F0E}" dt="2026-04-09T12:13:16.265" v="10589" actId="20577"/>
          <ac:spMkLst>
            <pc:docMk/>
            <pc:sldMk cId="4211783493" sldId="282"/>
            <ac:spMk id="3" creationId="{AF9BD935-DF97-9081-392C-AE82DCD4F501}"/>
          </ac:spMkLst>
        </pc:spChg>
        <pc:spChg chg="mod">
          <ac:chgData name="Luka De Lacey" userId="7c5079d1e183509d" providerId="LiveId" clId="{023B67FE-E4C5-42E2-A7E8-295CAE2B4F0E}" dt="2026-04-09T12:13:09.689" v="10587"/>
          <ac:spMkLst>
            <pc:docMk/>
            <pc:sldMk cId="4211783493" sldId="282"/>
            <ac:spMk id="4" creationId="{9CE051AF-A295-76BA-DC78-155BBA31AF70}"/>
          </ac:spMkLst>
        </pc:spChg>
        <pc:picChg chg="add mod">
          <ac:chgData name="Luka De Lacey" userId="7c5079d1e183509d" providerId="LiveId" clId="{023B67FE-E4C5-42E2-A7E8-295CAE2B4F0E}" dt="2026-04-09T12:12:54.229" v="10584" actId="1076"/>
          <ac:picMkLst>
            <pc:docMk/>
            <pc:sldMk cId="4211783493" sldId="282"/>
            <ac:picMk id="2" creationId="{6014A63A-7C98-BF19-2CB3-8FE8A9F6441C}"/>
          </ac:picMkLst>
        </pc:picChg>
        <pc:picChg chg="del">
          <ac:chgData name="Luka De Lacey" userId="7c5079d1e183509d" providerId="LiveId" clId="{023B67FE-E4C5-42E2-A7E8-295CAE2B4F0E}" dt="2026-04-09T12:12:52.407" v="10582" actId="478"/>
          <ac:picMkLst>
            <pc:docMk/>
            <pc:sldMk cId="4211783493" sldId="282"/>
            <ac:picMk id="6" creationId="{D9F75C03-A93A-C551-C5D4-749DC2819F88}"/>
          </ac:picMkLst>
        </pc:picChg>
      </pc:sldChg>
      <pc:sldChg chg="addSp modSp add mod">
        <pc:chgData name="Luka De Lacey" userId="7c5079d1e183509d" providerId="LiveId" clId="{023B67FE-E4C5-42E2-A7E8-295CAE2B4F0E}" dt="2026-04-09T13:18:47.216" v="11473" actId="207"/>
        <pc:sldMkLst>
          <pc:docMk/>
          <pc:sldMk cId="3134700656" sldId="283"/>
        </pc:sldMkLst>
        <pc:spChg chg="add mod">
          <ac:chgData name="Luka De Lacey" userId="7c5079d1e183509d" providerId="LiveId" clId="{023B67FE-E4C5-42E2-A7E8-295CAE2B4F0E}" dt="2026-04-09T12:22:11.126" v="10876" actId="14100"/>
          <ac:spMkLst>
            <pc:docMk/>
            <pc:sldMk cId="3134700656" sldId="283"/>
            <ac:spMk id="2" creationId="{A77234D4-4422-4A0A-94DC-3CB188D5CDB3}"/>
          </ac:spMkLst>
        </pc:spChg>
        <pc:spChg chg="mod">
          <ac:chgData name="Luka De Lacey" userId="7c5079d1e183509d" providerId="LiveId" clId="{023B67FE-E4C5-42E2-A7E8-295CAE2B4F0E}" dt="2026-04-09T13:18:47.216" v="11473" actId="207"/>
          <ac:spMkLst>
            <pc:docMk/>
            <pc:sldMk cId="3134700656" sldId="283"/>
            <ac:spMk id="3" creationId="{D51B7B8A-03DE-57AA-1404-BA5F76DA44D6}"/>
          </ac:spMkLst>
        </pc:spChg>
        <pc:spChg chg="mod">
          <ac:chgData name="Luka De Lacey" userId="7c5079d1e183509d" providerId="LiveId" clId="{023B67FE-E4C5-42E2-A7E8-295CAE2B4F0E}" dt="2026-04-09T13:13:39.146" v="11436" actId="14100"/>
          <ac:spMkLst>
            <pc:docMk/>
            <pc:sldMk cId="3134700656" sldId="283"/>
            <ac:spMk id="4" creationId="{ABE31319-6907-8643-5B96-F368FFA865B5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7368BC-E7E1-4DE4-A680-B359EC263427}" type="datetimeFigureOut">
              <a:rPr lang="en-IE" smtClean="0"/>
              <a:t>09/04/2026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8813D0-B141-48C3-B44C-F59AD8F8415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8387257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Clear skew on economics, GAL-TAN seems to vary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8813D0-B141-48C3-B44C-F59AD8F8415A}" type="slidenum">
              <a:rPr lang="en-IE" smtClean="0"/>
              <a:t>9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8522999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E3822-D549-B377-DC9F-4135F2690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0BAF48-8D0A-B0BB-F100-D98D506535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D9371F-C7AB-05EC-6960-E9B8BEE203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Clear skew on economics, GAL-TAN seems to vary more.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FE1DEC-1A5B-0887-0E0C-0F4D13718D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8813D0-B141-48C3-B44C-F59AD8F8415A}" type="slidenum">
              <a:rPr lang="en-IE" smtClean="0"/>
              <a:t>10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5399652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8813D0-B141-48C3-B44C-F59AD8F8415A}" type="slidenum">
              <a:rPr lang="en-IE" smtClean="0"/>
              <a:t>15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6472330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4AD19-108C-9BEE-F5CC-3586B775C3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0E02F3-327B-C371-89CF-BFA78C060A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FC962E-8F3B-58D6-AD05-68C0531E30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0010D-EE6E-49D4-999F-14933D66CA71}" type="datetimeFigureOut">
              <a:rPr lang="en-IE" smtClean="0"/>
              <a:t>09/04/2026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A1EE19-D653-F586-FF50-36FAC6B050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10FD09-BDAA-B270-809B-1424F0831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7D811-5226-462E-904D-7369B6B421EE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1074064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AA7B30-2F94-942B-913F-9D870CDFA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BBBCBF-135E-2E5A-D067-A0923A8C6C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7C8DD-355B-ED41-C914-F00FF017B6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0010D-EE6E-49D4-999F-14933D66CA71}" type="datetimeFigureOut">
              <a:rPr lang="en-IE" smtClean="0"/>
              <a:t>09/04/2026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AC4E23-B709-AF22-DCEE-465F54743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89A95D-2ECB-7540-9872-191B3D65E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7D811-5226-462E-904D-7369B6B421EE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9046760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33A74-7301-C449-C3DA-3C2F6F4609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4B36B4-C289-7E8B-F33C-1603DC9AE1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9C13A-5FDC-28C0-6F8C-3CDF8F97B2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0010D-EE6E-49D4-999F-14933D66CA71}" type="datetimeFigureOut">
              <a:rPr lang="en-IE" smtClean="0"/>
              <a:t>09/04/2026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F638A3-323F-88E6-9466-4ED2449132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60DCCA-AF9D-ABDD-B6A1-DC5144D315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7D811-5226-462E-904D-7369B6B421EE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985791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2C93E9-D3DF-F50B-1D89-B32CED75BD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52C14E-3E1A-CFA8-6B3A-DB022478EF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3CF17B-FB58-0BBF-F578-6D4003A6BD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62F5B-46D5-FECA-4D61-F60F6B39E4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0010D-EE6E-49D4-999F-14933D66CA71}" type="datetimeFigureOut">
              <a:rPr lang="en-IE" smtClean="0"/>
              <a:t>09/04/2026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F3AAEE-0BB7-1D2D-681F-2454BF9F1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2CBB92-3CD7-2185-ED41-49E42C7A8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7D811-5226-462E-904D-7369B6B421EE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2245317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5D351-27E0-1191-927F-023F97884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1F0BD4-417E-0B53-230C-B87DC12500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BEED75-6549-4C9F-9B7E-78E8B783A2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871246-F4B1-B87D-9680-0222B68B18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7A831BA-C138-F61A-52C6-2CA955FBE8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A7D7852-1EB0-8320-5CC9-62997E7F4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0010D-EE6E-49D4-999F-14933D66CA71}" type="datetimeFigureOut">
              <a:rPr lang="en-IE" smtClean="0"/>
              <a:t>09/04/2026</a:t>
            </a:fld>
            <a:endParaRPr lang="en-I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61814B1-87DD-AF47-9E59-88B14DF7F0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C0D926F-42CC-E165-BCF8-3177E0A1B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7D811-5226-462E-904D-7369B6B421EE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686997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9D59F5-5F98-829C-D74B-8CD9DB655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637155-6C86-0FA1-9D88-A58193FEB0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0010D-EE6E-49D4-999F-14933D66CA71}" type="datetimeFigureOut">
              <a:rPr lang="en-IE" smtClean="0"/>
              <a:t>09/04/2026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310AE99-4EBA-F4E9-C922-45062FF315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05E3F70-0A39-35A8-6034-CFD9E247B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7D811-5226-462E-904D-7369B6B421EE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6716644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B6DB73C-D8A6-3CC4-A4AA-91B2C35400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0010D-EE6E-49D4-999F-14933D66CA71}" type="datetimeFigureOut">
              <a:rPr lang="en-IE" smtClean="0"/>
              <a:t>09/04/2026</a:t>
            </a:fld>
            <a:endParaRPr lang="en-I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F0DD54-3234-63DE-3F18-3C067805B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B7ED52-179D-B8A2-1874-BA0EEBACD5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7D811-5226-462E-904D-7369B6B421EE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7369401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0FD246-D697-41E2-975A-47D527D2BD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0CF811-AFD4-E03F-E91D-2BAF08445E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A6259E-3797-6BF2-D165-173C4FE4DE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0C3C3F-9D31-1A14-1D3E-A1D5D834BE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0010D-EE6E-49D4-999F-14933D66CA71}" type="datetimeFigureOut">
              <a:rPr lang="en-IE" smtClean="0"/>
              <a:t>09/04/2026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D7A41-A44D-5916-BEBD-E8BDEECB14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3604A7-DD75-9F0D-D7A5-8AF77D2098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7D811-5226-462E-904D-7369B6B421EE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1796551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20CEFB-8C9E-A483-CAB5-9DEA3DC689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97299A-E7C6-7E16-2D18-077A00D0B2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7DA09B-4262-82B5-3F9D-E23EDEE8B9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5B233-4998-1FC7-3ECD-D8C7151EB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0010D-EE6E-49D4-999F-14933D66CA71}" type="datetimeFigureOut">
              <a:rPr lang="en-IE" smtClean="0"/>
              <a:t>09/04/2026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84CE82-221D-D4FE-F36D-4C2644E36C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09A057-7E97-E0E9-5B9A-1560B2BCE4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7D811-5226-462E-904D-7369B6B421EE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8533076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F73BB-A616-1A4F-4EAE-94E6A8D12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3348FA-4DB2-8428-4AAF-E710214A3D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7A8DE6-6D32-EF55-00FF-4FC7F0D828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0010D-EE6E-49D4-999F-14933D66CA71}" type="datetimeFigureOut">
              <a:rPr lang="en-IE" smtClean="0"/>
              <a:t>09/04/2026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9B5B0D-C631-09EE-6E3B-0877185C5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1222F0-F1C8-412A-8B31-EB66B51C4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7D811-5226-462E-904D-7369B6B421EE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5550165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8867477-D5EF-55CF-F5B6-233DAD3238B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C7F3F7-A44C-ED2B-66EE-88662CEE16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64D91E-12ED-458D-F103-8941FCBAD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0010D-EE6E-49D4-999F-14933D66CA71}" type="datetimeFigureOut">
              <a:rPr lang="en-IE" smtClean="0"/>
              <a:t>09/04/2026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7A88A9-94D9-9814-3F2E-63C22FEA5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32451E-DF6A-55E8-B0DA-C0EAA2205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7D811-5226-462E-904D-7369B6B421EE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2143753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82368BE-4C87-1833-C501-78CC3E050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DA8864-3D8B-7658-38E1-2CE3D24CF2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2ADCAB-210C-A151-BD7D-98E8CC93F4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00010D-EE6E-49D4-999F-14933D66CA71}" type="datetimeFigureOut">
              <a:rPr lang="en-IE" smtClean="0"/>
              <a:t>09/04/2026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111A80-A13A-C5CD-0569-EBE15CE7D6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AC5A5D-A6D2-CB43-2ABE-CB433D322D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D7D811-5226-462E-904D-7369B6B421EE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377775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C33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0A597D97-203B-498B-95D3-E90DC9610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8" descr="Greece: Syriza close to office, elites close to panic | Counterfire">
            <a:extLst>
              <a:ext uri="{FF2B5EF4-FFF2-40B4-BE49-F238E27FC236}">
                <a16:creationId xmlns:a16="http://schemas.microsoft.com/office/drawing/2014/main" id="{01D99EB4-3E9F-10FA-476C-762BBA5F2A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416" b="21882"/>
          <a:stretch>
            <a:fillRect/>
          </a:stretch>
        </p:blipFill>
        <p:spPr bwMode="auto">
          <a:xfrm>
            <a:off x="4267201" y="10"/>
            <a:ext cx="7924800" cy="3383270"/>
          </a:xfrm>
          <a:prstGeom prst="rect">
            <a:avLst/>
          </a:prstGeom>
          <a:noFill/>
          <a:ln w="76200">
            <a:solidFill>
              <a:schemeClr val="bg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6" descr="The Credibility Trap: Europe's Center-Left Parties Stuck in a Dead End -  DER SPIEGEL">
            <a:extLst>
              <a:ext uri="{FF2B5EF4-FFF2-40B4-BE49-F238E27FC236}">
                <a16:creationId xmlns:a16="http://schemas.microsoft.com/office/drawing/2014/main" id="{F00C4EBA-5CB0-4F3E-D8E7-89FD20EB83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3" r="2" b="35124"/>
          <a:stretch>
            <a:fillRect/>
          </a:stretch>
        </p:blipFill>
        <p:spPr bwMode="auto">
          <a:xfrm>
            <a:off x="4650916" y="3474720"/>
            <a:ext cx="7555832" cy="3383280"/>
          </a:xfrm>
          <a:prstGeom prst="rect">
            <a:avLst/>
          </a:prstGeom>
          <a:noFill/>
          <a:ln w="76200">
            <a:solidFill>
              <a:schemeClr val="bg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 useBgFill="1">
        <p:nvSpPr>
          <p:cNvPr id="16" name="Freeform: Shape 19">
            <a:extLst>
              <a:ext uri="{FF2B5EF4-FFF2-40B4-BE49-F238E27FC236}">
                <a16:creationId xmlns:a16="http://schemas.microsoft.com/office/drawing/2014/main" id="{6A6EF10E-DF41-4BD3-8EB4-6F646531DC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244272" cy="6858000"/>
          </a:xfrm>
          <a:custGeom>
            <a:avLst/>
            <a:gdLst>
              <a:gd name="connsiteX0" fmla="*/ 0 w 6244272"/>
              <a:gd name="connsiteY0" fmla="*/ 0 h 6858000"/>
              <a:gd name="connsiteX1" fmla="*/ 732568 w 6244272"/>
              <a:gd name="connsiteY1" fmla="*/ 0 h 6858000"/>
              <a:gd name="connsiteX2" fmla="*/ 947849 w 6244272"/>
              <a:gd name="connsiteY2" fmla="*/ 0 h 6858000"/>
              <a:gd name="connsiteX3" fmla="*/ 1823619 w 6244272"/>
              <a:gd name="connsiteY3" fmla="*/ 0 h 6858000"/>
              <a:gd name="connsiteX4" fmla="*/ 5235673 w 6244272"/>
              <a:gd name="connsiteY4" fmla="*/ 0 h 6858000"/>
              <a:gd name="connsiteX5" fmla="*/ 4933297 w 6244272"/>
              <a:gd name="connsiteY5" fmla="*/ 110269 h 6858000"/>
              <a:gd name="connsiteX6" fmla="*/ 4976910 w 6244272"/>
              <a:gd name="connsiteY6" fmla="*/ 135168 h 6858000"/>
              <a:gd name="connsiteX7" fmla="*/ 5238580 w 6244272"/>
              <a:gd name="connsiteY7" fmla="*/ 71141 h 6858000"/>
              <a:gd name="connsiteX8" fmla="*/ 5290914 w 6244272"/>
              <a:gd name="connsiteY8" fmla="*/ 88927 h 6858000"/>
              <a:gd name="connsiteX9" fmla="*/ 5264747 w 6244272"/>
              <a:gd name="connsiteY9" fmla="*/ 163625 h 6858000"/>
              <a:gd name="connsiteX10" fmla="*/ 5151357 w 6244272"/>
              <a:gd name="connsiteY10" fmla="*/ 192082 h 6858000"/>
              <a:gd name="connsiteX11" fmla="*/ 4974002 w 6244272"/>
              <a:gd name="connsiteY11" fmla="*/ 373491 h 6858000"/>
              <a:gd name="connsiteX12" fmla="*/ 5241488 w 6244272"/>
              <a:gd name="connsiteY12" fmla="*/ 352148 h 6858000"/>
              <a:gd name="connsiteX13" fmla="*/ 5288007 w 6244272"/>
              <a:gd name="connsiteY13" fmla="*/ 394834 h 6858000"/>
              <a:gd name="connsiteX14" fmla="*/ 5305452 w 6244272"/>
              <a:gd name="connsiteY14" fmla="*/ 451747 h 6858000"/>
              <a:gd name="connsiteX15" fmla="*/ 5383953 w 6244272"/>
              <a:gd name="connsiteY15" fmla="*/ 359262 h 6858000"/>
              <a:gd name="connsiteX16" fmla="*/ 5450825 w 6244272"/>
              <a:gd name="connsiteY16" fmla="*/ 334364 h 6858000"/>
              <a:gd name="connsiteX17" fmla="*/ 5471177 w 6244272"/>
              <a:gd name="connsiteY17" fmla="*/ 416176 h 6858000"/>
              <a:gd name="connsiteX18" fmla="*/ 5410121 w 6244272"/>
              <a:gd name="connsiteY18" fmla="*/ 505101 h 6858000"/>
              <a:gd name="connsiteX19" fmla="*/ 5247303 w 6244272"/>
              <a:gd name="connsiteY19" fmla="*/ 558458 h 6858000"/>
              <a:gd name="connsiteX20" fmla="*/ 5421750 w 6244272"/>
              <a:gd name="connsiteY20" fmla="*/ 558458 h 6858000"/>
              <a:gd name="connsiteX21" fmla="*/ 5622364 w 6244272"/>
              <a:gd name="connsiteY21" fmla="*/ 522887 h 6858000"/>
              <a:gd name="connsiteX22" fmla="*/ 5834608 w 6244272"/>
              <a:gd name="connsiteY22" fmla="*/ 533558 h 6858000"/>
              <a:gd name="connsiteX23" fmla="*/ 6035223 w 6244272"/>
              <a:gd name="connsiteY23" fmla="*/ 462417 h 6858000"/>
              <a:gd name="connsiteX24" fmla="*/ 6238745 w 6244272"/>
              <a:gd name="connsiteY24" fmla="*/ 465975 h 6858000"/>
              <a:gd name="connsiteX25" fmla="*/ 5337434 w 6244272"/>
              <a:gd name="connsiteY25" fmla="*/ 910606 h 6858000"/>
              <a:gd name="connsiteX26" fmla="*/ 5381046 w 6244272"/>
              <a:gd name="connsiteY26" fmla="*/ 921277 h 6858000"/>
              <a:gd name="connsiteX27" fmla="*/ 5439195 w 6244272"/>
              <a:gd name="connsiteY27" fmla="*/ 949734 h 6858000"/>
              <a:gd name="connsiteX28" fmla="*/ 5395583 w 6244272"/>
              <a:gd name="connsiteY28" fmla="*/ 1006647 h 6858000"/>
              <a:gd name="connsiteX29" fmla="*/ 5160079 w 6244272"/>
              <a:gd name="connsiteY29" fmla="*/ 1113358 h 6858000"/>
              <a:gd name="connsiteX30" fmla="*/ 5101930 w 6244272"/>
              <a:gd name="connsiteY30" fmla="*/ 1220069 h 6858000"/>
              <a:gd name="connsiteX31" fmla="*/ 5174617 w 6244272"/>
              <a:gd name="connsiteY31" fmla="*/ 1209399 h 6858000"/>
              <a:gd name="connsiteX32" fmla="*/ 5238580 w 6244272"/>
              <a:gd name="connsiteY32" fmla="*/ 1230741 h 6858000"/>
              <a:gd name="connsiteX33" fmla="*/ 5212414 w 6244272"/>
              <a:gd name="connsiteY33" fmla="*/ 1365909 h 6858000"/>
              <a:gd name="connsiteX34" fmla="*/ 4878056 w 6244272"/>
              <a:gd name="connsiteY34" fmla="*/ 1540204 h 6858000"/>
              <a:gd name="connsiteX35" fmla="*/ 4848982 w 6244272"/>
              <a:gd name="connsiteY35" fmla="*/ 1597117 h 6858000"/>
              <a:gd name="connsiteX36" fmla="*/ 4889686 w 6244272"/>
              <a:gd name="connsiteY36" fmla="*/ 1636245 h 6858000"/>
              <a:gd name="connsiteX37" fmla="*/ 4997261 w 6244272"/>
              <a:gd name="connsiteY37" fmla="*/ 1657587 h 6858000"/>
              <a:gd name="connsiteX38" fmla="*/ 4846074 w 6244272"/>
              <a:gd name="connsiteY38" fmla="*/ 1849668 h 6858000"/>
              <a:gd name="connsiteX39" fmla="*/ 4790832 w 6244272"/>
              <a:gd name="connsiteY39" fmla="*/ 1903025 h 6858000"/>
              <a:gd name="connsiteX40" fmla="*/ 4694886 w 6244272"/>
              <a:gd name="connsiteY40" fmla="*/ 1984836 h 6858000"/>
              <a:gd name="connsiteX41" fmla="*/ 4694886 w 6244272"/>
              <a:gd name="connsiteY41" fmla="*/ 2013292 h 6858000"/>
              <a:gd name="connsiteX42" fmla="*/ 4822814 w 6244272"/>
              <a:gd name="connsiteY42" fmla="*/ 2102219 h 6858000"/>
              <a:gd name="connsiteX43" fmla="*/ 5055411 w 6244272"/>
              <a:gd name="connsiteY43" fmla="*/ 2077320 h 6858000"/>
              <a:gd name="connsiteX44" fmla="*/ 4712331 w 6244272"/>
              <a:gd name="connsiteY44" fmla="*/ 2208931 h 6858000"/>
              <a:gd name="connsiteX45" fmla="*/ 5822979 w 6244272"/>
              <a:gd name="connsiteY45" fmla="*/ 1892353 h 6858000"/>
              <a:gd name="connsiteX46" fmla="*/ 5753200 w 6244272"/>
              <a:gd name="connsiteY46" fmla="*/ 1974165 h 6858000"/>
              <a:gd name="connsiteX47" fmla="*/ 5363601 w 6244272"/>
              <a:gd name="connsiteY47" fmla="*/ 2191146 h 6858000"/>
              <a:gd name="connsiteX48" fmla="*/ 5253118 w 6244272"/>
              <a:gd name="connsiteY48" fmla="*/ 2326314 h 6858000"/>
              <a:gd name="connsiteX49" fmla="*/ 5136819 w 6244272"/>
              <a:gd name="connsiteY49" fmla="*/ 2401012 h 6858000"/>
              <a:gd name="connsiteX50" fmla="*/ 4974002 w 6244272"/>
              <a:gd name="connsiteY50" fmla="*/ 2401012 h 6858000"/>
              <a:gd name="connsiteX51" fmla="*/ 4857704 w 6244272"/>
              <a:gd name="connsiteY51" fmla="*/ 2518395 h 6858000"/>
              <a:gd name="connsiteX52" fmla="*/ 4976910 w 6244272"/>
              <a:gd name="connsiteY52" fmla="*/ 2543294 h 6858000"/>
              <a:gd name="connsiteX53" fmla="*/ 5116467 w 6244272"/>
              <a:gd name="connsiteY53" fmla="*/ 2525509 h 6858000"/>
              <a:gd name="connsiteX54" fmla="*/ 5273470 w 6244272"/>
              <a:gd name="connsiteY54" fmla="*/ 2564636 h 6858000"/>
              <a:gd name="connsiteX55" fmla="*/ 5418843 w 6244272"/>
              <a:gd name="connsiteY55" fmla="*/ 2532623 h 6858000"/>
              <a:gd name="connsiteX56" fmla="*/ 5593290 w 6244272"/>
              <a:gd name="connsiteY56" fmla="*/ 2553965 h 6858000"/>
              <a:gd name="connsiteX57" fmla="*/ 5648532 w 6244272"/>
              <a:gd name="connsiteY57" fmla="*/ 2692689 h 6858000"/>
              <a:gd name="connsiteX58" fmla="*/ 5665976 w 6244272"/>
              <a:gd name="connsiteY58" fmla="*/ 2703362 h 6858000"/>
              <a:gd name="connsiteX59" fmla="*/ 5988704 w 6244272"/>
              <a:gd name="connsiteY59" fmla="*/ 2923898 h 6858000"/>
              <a:gd name="connsiteX60" fmla="*/ 6078835 w 6244272"/>
              <a:gd name="connsiteY60" fmla="*/ 2941684 h 6858000"/>
              <a:gd name="connsiteX61" fmla="*/ 5546771 w 6244272"/>
              <a:gd name="connsiteY61" fmla="*/ 3329402 h 6858000"/>
              <a:gd name="connsiteX62" fmla="*/ 5904388 w 6244272"/>
              <a:gd name="connsiteY62" fmla="*/ 3229805 h 6858000"/>
              <a:gd name="connsiteX63" fmla="*/ 5953814 w 6244272"/>
              <a:gd name="connsiteY63" fmla="*/ 3393429 h 6858000"/>
              <a:gd name="connsiteX64" fmla="*/ 5785182 w 6244272"/>
              <a:gd name="connsiteY64" fmla="*/ 3539269 h 6858000"/>
              <a:gd name="connsiteX65" fmla="*/ 5724125 w 6244272"/>
              <a:gd name="connsiteY65" fmla="*/ 3827390 h 6858000"/>
              <a:gd name="connsiteX66" fmla="*/ 5753200 w 6244272"/>
              <a:gd name="connsiteY66" fmla="*/ 4090612 h 6858000"/>
              <a:gd name="connsiteX67" fmla="*/ 5825886 w 6244272"/>
              <a:gd name="connsiteY67" fmla="*/ 4172424 h 6858000"/>
              <a:gd name="connsiteX68" fmla="*/ 5930554 w 6244272"/>
              <a:gd name="connsiteY68" fmla="*/ 4321821 h 6858000"/>
              <a:gd name="connsiteX69" fmla="*/ 5994519 w 6244272"/>
              <a:gd name="connsiteY69" fmla="*/ 4414305 h 6858000"/>
              <a:gd name="connsiteX70" fmla="*/ 6218393 w 6244272"/>
              <a:gd name="connsiteY70" fmla="*/ 4378734 h 6858000"/>
              <a:gd name="connsiteX71" fmla="*/ 5918925 w 6244272"/>
              <a:gd name="connsiteY71" fmla="*/ 4613499 h 6858000"/>
              <a:gd name="connsiteX72" fmla="*/ 6160243 w 6244272"/>
              <a:gd name="connsiteY72" fmla="*/ 4585042 h 6858000"/>
              <a:gd name="connsiteX73" fmla="*/ 6238745 w 6244272"/>
              <a:gd name="connsiteY73" fmla="*/ 4602828 h 6858000"/>
              <a:gd name="connsiteX74" fmla="*/ 6195133 w 6244272"/>
              <a:gd name="connsiteY74" fmla="*/ 4677526 h 6858000"/>
              <a:gd name="connsiteX75" fmla="*/ 6017778 w 6244272"/>
              <a:gd name="connsiteY75" fmla="*/ 4805580 h 6858000"/>
              <a:gd name="connsiteX76" fmla="*/ 5651439 w 6244272"/>
              <a:gd name="connsiteY76" fmla="*/ 5154171 h 6858000"/>
              <a:gd name="connsiteX77" fmla="*/ 6006149 w 6244272"/>
              <a:gd name="connsiteY77" fmla="*/ 4994104 h 6858000"/>
              <a:gd name="connsiteX78" fmla="*/ 5633994 w 6244272"/>
              <a:gd name="connsiteY78" fmla="*/ 5353367 h 6858000"/>
              <a:gd name="connsiteX79" fmla="*/ 5552586 w 6244272"/>
              <a:gd name="connsiteY79" fmla="*/ 5474306 h 6858000"/>
              <a:gd name="connsiteX80" fmla="*/ 5383953 w 6244272"/>
              <a:gd name="connsiteY80" fmla="*/ 5769542 h 6858000"/>
              <a:gd name="connsiteX81" fmla="*/ 5392675 w 6244272"/>
              <a:gd name="connsiteY81" fmla="*/ 5801555 h 6858000"/>
              <a:gd name="connsiteX82" fmla="*/ 5584568 w 6244272"/>
              <a:gd name="connsiteY82" fmla="*/ 5755314 h 6858000"/>
              <a:gd name="connsiteX83" fmla="*/ 5334526 w 6244272"/>
              <a:gd name="connsiteY83" fmla="*/ 6004307 h 6858000"/>
              <a:gd name="connsiteX84" fmla="*/ 5075763 w 6244272"/>
              <a:gd name="connsiteY84" fmla="*/ 6196388 h 6858000"/>
              <a:gd name="connsiteX85" fmla="*/ 5258933 w 6244272"/>
              <a:gd name="connsiteY85" fmla="*/ 6167932 h 6858000"/>
              <a:gd name="connsiteX86" fmla="*/ 5511881 w 6244272"/>
              <a:gd name="connsiteY86" fmla="*/ 6057663 h 6858000"/>
              <a:gd name="connsiteX87" fmla="*/ 5599105 w 6244272"/>
              <a:gd name="connsiteY87" fmla="*/ 6100347 h 6858000"/>
              <a:gd name="connsiteX88" fmla="*/ 5360693 w 6244272"/>
              <a:gd name="connsiteY88" fmla="*/ 6281757 h 6858000"/>
              <a:gd name="connsiteX89" fmla="*/ 5224043 w 6244272"/>
              <a:gd name="connsiteY89" fmla="*/ 6367127 h 6858000"/>
              <a:gd name="connsiteX90" fmla="*/ 5168801 w 6244272"/>
              <a:gd name="connsiteY90" fmla="*/ 6431153 h 6858000"/>
              <a:gd name="connsiteX91" fmla="*/ 5011799 w 6244272"/>
              <a:gd name="connsiteY91" fmla="*/ 6658805 h 6858000"/>
              <a:gd name="connsiteX92" fmla="*/ 4651275 w 6244272"/>
              <a:gd name="connsiteY92" fmla="*/ 6858000 h 6858000"/>
              <a:gd name="connsiteX93" fmla="*/ 1823619 w 6244272"/>
              <a:gd name="connsiteY93" fmla="*/ 6858000 h 6858000"/>
              <a:gd name="connsiteX94" fmla="*/ 947849 w 6244272"/>
              <a:gd name="connsiteY94" fmla="*/ 6858000 h 6858000"/>
              <a:gd name="connsiteX95" fmla="*/ 732568 w 6244272"/>
              <a:gd name="connsiteY95" fmla="*/ 6858000 h 6858000"/>
              <a:gd name="connsiteX96" fmla="*/ 0 w 6244272"/>
              <a:gd name="connsiteY9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</a:cxnLst>
            <a:rect l="l" t="t" r="r" b="b"/>
            <a:pathLst>
              <a:path w="6244272" h="6858000">
                <a:moveTo>
                  <a:pt x="0" y="0"/>
                </a:moveTo>
                <a:lnTo>
                  <a:pt x="732568" y="0"/>
                </a:lnTo>
                <a:lnTo>
                  <a:pt x="947849" y="0"/>
                </a:lnTo>
                <a:lnTo>
                  <a:pt x="1823619" y="0"/>
                </a:lnTo>
                <a:lnTo>
                  <a:pt x="5235673" y="0"/>
                </a:lnTo>
                <a:cubicBezTo>
                  <a:pt x="5133912" y="35571"/>
                  <a:pt x="5035058" y="78255"/>
                  <a:pt x="4933297" y="110269"/>
                </a:cubicBezTo>
                <a:cubicBezTo>
                  <a:pt x="4947835" y="145839"/>
                  <a:pt x="4962372" y="138725"/>
                  <a:pt x="4976910" y="135168"/>
                </a:cubicBezTo>
                <a:cubicBezTo>
                  <a:pt x="5064133" y="120941"/>
                  <a:pt x="5154264" y="110269"/>
                  <a:pt x="5238580" y="71141"/>
                </a:cubicBezTo>
                <a:cubicBezTo>
                  <a:pt x="5258933" y="64027"/>
                  <a:pt x="5282192" y="64027"/>
                  <a:pt x="5290914" y="88927"/>
                </a:cubicBezTo>
                <a:cubicBezTo>
                  <a:pt x="5305452" y="124497"/>
                  <a:pt x="5285100" y="145839"/>
                  <a:pt x="5264747" y="163625"/>
                </a:cubicBezTo>
                <a:cubicBezTo>
                  <a:pt x="5229858" y="195638"/>
                  <a:pt x="5189154" y="188525"/>
                  <a:pt x="5151357" y="192082"/>
                </a:cubicBezTo>
                <a:cubicBezTo>
                  <a:pt x="5046689" y="209867"/>
                  <a:pt x="4997261" y="259665"/>
                  <a:pt x="4974002" y="373491"/>
                </a:cubicBezTo>
                <a:cubicBezTo>
                  <a:pt x="5064133" y="327250"/>
                  <a:pt x="5154264" y="384162"/>
                  <a:pt x="5241488" y="352148"/>
                </a:cubicBezTo>
                <a:cubicBezTo>
                  <a:pt x="5264747" y="345034"/>
                  <a:pt x="5299637" y="355706"/>
                  <a:pt x="5288007" y="394834"/>
                </a:cubicBezTo>
                <a:cubicBezTo>
                  <a:pt x="5276378" y="430405"/>
                  <a:pt x="5238580" y="458860"/>
                  <a:pt x="5305452" y="451747"/>
                </a:cubicBezTo>
                <a:cubicBezTo>
                  <a:pt x="5354879" y="448189"/>
                  <a:pt x="5369416" y="405504"/>
                  <a:pt x="5383953" y="359262"/>
                </a:cubicBezTo>
                <a:cubicBezTo>
                  <a:pt x="5395583" y="334364"/>
                  <a:pt x="5427565" y="320135"/>
                  <a:pt x="5450825" y="334364"/>
                </a:cubicBezTo>
                <a:cubicBezTo>
                  <a:pt x="5479899" y="348592"/>
                  <a:pt x="5471177" y="387720"/>
                  <a:pt x="5471177" y="416176"/>
                </a:cubicBezTo>
                <a:cubicBezTo>
                  <a:pt x="5474085" y="469532"/>
                  <a:pt x="5450825" y="494431"/>
                  <a:pt x="5410121" y="505101"/>
                </a:cubicBezTo>
                <a:cubicBezTo>
                  <a:pt x="5360693" y="519330"/>
                  <a:pt x="5311267" y="537116"/>
                  <a:pt x="5247303" y="558458"/>
                </a:cubicBezTo>
                <a:cubicBezTo>
                  <a:pt x="5317082" y="594028"/>
                  <a:pt x="5369416" y="586915"/>
                  <a:pt x="5421750" y="558458"/>
                </a:cubicBezTo>
                <a:cubicBezTo>
                  <a:pt x="5485714" y="526444"/>
                  <a:pt x="5570030" y="483759"/>
                  <a:pt x="5622364" y="522887"/>
                </a:cubicBezTo>
                <a:cubicBezTo>
                  <a:pt x="5700865" y="579800"/>
                  <a:pt x="5764829" y="544229"/>
                  <a:pt x="5834608" y="533558"/>
                </a:cubicBezTo>
                <a:cubicBezTo>
                  <a:pt x="5979982" y="512216"/>
                  <a:pt x="5889850" y="480203"/>
                  <a:pt x="6035223" y="462417"/>
                </a:cubicBezTo>
                <a:cubicBezTo>
                  <a:pt x="6093372" y="455303"/>
                  <a:pt x="6154429" y="426847"/>
                  <a:pt x="6238745" y="465975"/>
                </a:cubicBezTo>
                <a:cubicBezTo>
                  <a:pt x="5857868" y="672284"/>
                  <a:pt x="5677606" y="658055"/>
                  <a:pt x="5337434" y="910606"/>
                </a:cubicBezTo>
                <a:cubicBezTo>
                  <a:pt x="5351971" y="935506"/>
                  <a:pt x="5366508" y="924835"/>
                  <a:pt x="5381046" y="921277"/>
                </a:cubicBezTo>
                <a:cubicBezTo>
                  <a:pt x="5404305" y="917720"/>
                  <a:pt x="5433380" y="903491"/>
                  <a:pt x="5439195" y="949734"/>
                </a:cubicBezTo>
                <a:cubicBezTo>
                  <a:pt x="5442103" y="985305"/>
                  <a:pt x="5424657" y="1003089"/>
                  <a:pt x="5395583" y="1006647"/>
                </a:cubicBezTo>
                <a:cubicBezTo>
                  <a:pt x="5311267" y="1020875"/>
                  <a:pt x="5235673" y="1070674"/>
                  <a:pt x="5160079" y="1113358"/>
                </a:cubicBezTo>
                <a:cubicBezTo>
                  <a:pt x="5125190" y="1131144"/>
                  <a:pt x="5087393" y="1156043"/>
                  <a:pt x="5101930" y="1220069"/>
                </a:cubicBezTo>
                <a:cubicBezTo>
                  <a:pt x="5131004" y="1237855"/>
                  <a:pt x="5151357" y="1212955"/>
                  <a:pt x="5174617" y="1209399"/>
                </a:cubicBezTo>
                <a:cubicBezTo>
                  <a:pt x="5197876" y="1205842"/>
                  <a:pt x="5253118" y="1220069"/>
                  <a:pt x="5238580" y="1230741"/>
                </a:cubicBezTo>
                <a:cubicBezTo>
                  <a:pt x="5171709" y="1269868"/>
                  <a:pt x="5293822" y="1365909"/>
                  <a:pt x="5212414" y="1365909"/>
                </a:cubicBezTo>
                <a:cubicBezTo>
                  <a:pt x="5078671" y="1365909"/>
                  <a:pt x="5005984" y="1536647"/>
                  <a:pt x="4878056" y="1540204"/>
                </a:cubicBezTo>
                <a:cubicBezTo>
                  <a:pt x="4857704" y="1540204"/>
                  <a:pt x="4848982" y="1572219"/>
                  <a:pt x="4848982" y="1597117"/>
                </a:cubicBezTo>
                <a:cubicBezTo>
                  <a:pt x="4848982" y="1629132"/>
                  <a:pt x="4869333" y="1632688"/>
                  <a:pt x="4889686" y="1636245"/>
                </a:cubicBezTo>
                <a:cubicBezTo>
                  <a:pt x="4921668" y="1639802"/>
                  <a:pt x="4956557" y="1597117"/>
                  <a:pt x="4997261" y="1657587"/>
                </a:cubicBezTo>
                <a:cubicBezTo>
                  <a:pt x="4921668" y="1693158"/>
                  <a:pt x="4843167" y="1728729"/>
                  <a:pt x="4846074" y="1849668"/>
                </a:cubicBezTo>
                <a:cubicBezTo>
                  <a:pt x="4846074" y="1881683"/>
                  <a:pt x="4814092" y="1895910"/>
                  <a:pt x="4790832" y="1903025"/>
                </a:cubicBezTo>
                <a:cubicBezTo>
                  <a:pt x="4750128" y="1917252"/>
                  <a:pt x="4718146" y="1938595"/>
                  <a:pt x="4694886" y="1984836"/>
                </a:cubicBezTo>
                <a:cubicBezTo>
                  <a:pt x="4694886" y="1995507"/>
                  <a:pt x="4694886" y="2002622"/>
                  <a:pt x="4694886" y="2013292"/>
                </a:cubicBezTo>
                <a:cubicBezTo>
                  <a:pt x="4700701" y="2123562"/>
                  <a:pt x="4758850" y="2120004"/>
                  <a:pt x="4822814" y="2102219"/>
                </a:cubicBezTo>
                <a:cubicBezTo>
                  <a:pt x="4898408" y="2080877"/>
                  <a:pt x="4974002" y="2038192"/>
                  <a:pt x="5055411" y="2077320"/>
                </a:cubicBezTo>
                <a:cubicBezTo>
                  <a:pt x="4942020" y="2130676"/>
                  <a:pt x="4817000" y="2134233"/>
                  <a:pt x="4712331" y="2208931"/>
                </a:cubicBezTo>
                <a:cubicBezTo>
                  <a:pt x="5101930" y="2223159"/>
                  <a:pt x="5445010" y="1984836"/>
                  <a:pt x="5822979" y="1892353"/>
                </a:cubicBezTo>
                <a:cubicBezTo>
                  <a:pt x="5811349" y="1952823"/>
                  <a:pt x="5779367" y="1967051"/>
                  <a:pt x="5753200" y="1974165"/>
                </a:cubicBezTo>
                <a:cubicBezTo>
                  <a:pt x="5613642" y="2020407"/>
                  <a:pt x="5491529" y="2112891"/>
                  <a:pt x="5363601" y="2191146"/>
                </a:cubicBezTo>
                <a:cubicBezTo>
                  <a:pt x="5311267" y="2223159"/>
                  <a:pt x="5273470" y="2258731"/>
                  <a:pt x="5253118" y="2326314"/>
                </a:cubicBezTo>
                <a:cubicBezTo>
                  <a:pt x="5235673" y="2390340"/>
                  <a:pt x="5200783" y="2418796"/>
                  <a:pt x="5136819" y="2401012"/>
                </a:cubicBezTo>
                <a:cubicBezTo>
                  <a:pt x="5084485" y="2386784"/>
                  <a:pt x="5029243" y="2393898"/>
                  <a:pt x="4974002" y="2401012"/>
                </a:cubicBezTo>
                <a:cubicBezTo>
                  <a:pt x="4912946" y="2408126"/>
                  <a:pt x="4843167" y="2479267"/>
                  <a:pt x="4857704" y="2518395"/>
                </a:cubicBezTo>
                <a:cubicBezTo>
                  <a:pt x="4886778" y="2582422"/>
                  <a:pt x="4936205" y="2550408"/>
                  <a:pt x="4976910" y="2543294"/>
                </a:cubicBezTo>
                <a:cubicBezTo>
                  <a:pt x="5026336" y="2536181"/>
                  <a:pt x="5116467" y="2518395"/>
                  <a:pt x="5116467" y="2525509"/>
                </a:cubicBezTo>
                <a:cubicBezTo>
                  <a:pt x="5148450" y="2685576"/>
                  <a:pt x="5221136" y="2564636"/>
                  <a:pt x="5273470" y="2564636"/>
                </a:cubicBezTo>
                <a:cubicBezTo>
                  <a:pt x="5322897" y="2564636"/>
                  <a:pt x="5372323" y="2546851"/>
                  <a:pt x="5418843" y="2532623"/>
                </a:cubicBezTo>
                <a:cubicBezTo>
                  <a:pt x="5479899" y="2514837"/>
                  <a:pt x="5535140" y="2546851"/>
                  <a:pt x="5593290" y="2553965"/>
                </a:cubicBezTo>
                <a:cubicBezTo>
                  <a:pt x="5645624" y="2561080"/>
                  <a:pt x="5616550" y="2653563"/>
                  <a:pt x="5648532" y="2692689"/>
                </a:cubicBezTo>
                <a:cubicBezTo>
                  <a:pt x="5654346" y="2703362"/>
                  <a:pt x="5660161" y="2703362"/>
                  <a:pt x="5665976" y="2703362"/>
                </a:cubicBezTo>
                <a:cubicBezTo>
                  <a:pt x="5683421" y="2980812"/>
                  <a:pt x="5988704" y="2913227"/>
                  <a:pt x="5988704" y="2923898"/>
                </a:cubicBezTo>
                <a:cubicBezTo>
                  <a:pt x="6014871" y="2941684"/>
                  <a:pt x="6046853" y="2899000"/>
                  <a:pt x="6078835" y="2941684"/>
                </a:cubicBezTo>
                <a:cubicBezTo>
                  <a:pt x="5942185" y="3137322"/>
                  <a:pt x="5732847" y="3183563"/>
                  <a:pt x="5546771" y="3329402"/>
                </a:cubicBezTo>
                <a:cubicBezTo>
                  <a:pt x="5700865" y="3379202"/>
                  <a:pt x="5790997" y="3208463"/>
                  <a:pt x="5904388" y="3229805"/>
                </a:cubicBezTo>
                <a:cubicBezTo>
                  <a:pt x="5959629" y="3283162"/>
                  <a:pt x="5793904" y="3368530"/>
                  <a:pt x="5953814" y="3393429"/>
                </a:cubicBezTo>
                <a:cubicBezTo>
                  <a:pt x="5884036" y="3439672"/>
                  <a:pt x="5834608" y="3485914"/>
                  <a:pt x="5785182" y="3539269"/>
                </a:cubicBezTo>
                <a:cubicBezTo>
                  <a:pt x="5700865" y="3635309"/>
                  <a:pt x="5683421" y="3699337"/>
                  <a:pt x="5724125" y="3827390"/>
                </a:cubicBezTo>
                <a:cubicBezTo>
                  <a:pt x="5750293" y="3912759"/>
                  <a:pt x="5788089" y="3991015"/>
                  <a:pt x="5753200" y="4090612"/>
                </a:cubicBezTo>
                <a:cubicBezTo>
                  <a:pt x="5729940" y="4158196"/>
                  <a:pt x="5738663" y="4204438"/>
                  <a:pt x="5825886" y="4172424"/>
                </a:cubicBezTo>
                <a:cubicBezTo>
                  <a:pt x="5918925" y="4140411"/>
                  <a:pt x="5953814" y="4200882"/>
                  <a:pt x="5930554" y="4321821"/>
                </a:cubicBezTo>
                <a:cubicBezTo>
                  <a:pt x="5916018" y="4400076"/>
                  <a:pt x="5930554" y="4424975"/>
                  <a:pt x="5994519" y="4414305"/>
                </a:cubicBezTo>
                <a:cubicBezTo>
                  <a:pt x="6064297" y="4403633"/>
                  <a:pt x="6131169" y="4353835"/>
                  <a:pt x="6218393" y="4378734"/>
                </a:cubicBezTo>
                <a:cubicBezTo>
                  <a:pt x="6148614" y="4521016"/>
                  <a:pt x="6000333" y="4478331"/>
                  <a:pt x="5918925" y="4613499"/>
                </a:cubicBezTo>
                <a:cubicBezTo>
                  <a:pt x="6014871" y="4613499"/>
                  <a:pt x="6090465" y="4613499"/>
                  <a:pt x="6160243" y="4585042"/>
                </a:cubicBezTo>
                <a:cubicBezTo>
                  <a:pt x="6189318" y="4574373"/>
                  <a:pt x="6221300" y="4560144"/>
                  <a:pt x="6238745" y="4602828"/>
                </a:cubicBezTo>
                <a:cubicBezTo>
                  <a:pt x="6259098" y="4652628"/>
                  <a:pt x="6218393" y="4670412"/>
                  <a:pt x="6195133" y="4677526"/>
                </a:cubicBezTo>
                <a:cubicBezTo>
                  <a:pt x="6128261" y="4702425"/>
                  <a:pt x="6075928" y="4759339"/>
                  <a:pt x="6017778" y="4805580"/>
                </a:cubicBezTo>
                <a:cubicBezTo>
                  <a:pt x="5892758" y="4905177"/>
                  <a:pt x="5756107" y="4990547"/>
                  <a:pt x="5651439" y="5154171"/>
                </a:cubicBezTo>
                <a:cubicBezTo>
                  <a:pt x="5782275" y="5111487"/>
                  <a:pt x="5881128" y="5011889"/>
                  <a:pt x="6006149" y="4994104"/>
                </a:cubicBezTo>
                <a:cubicBezTo>
                  <a:pt x="5898572" y="5143500"/>
                  <a:pt x="5761922" y="5243097"/>
                  <a:pt x="5633994" y="5353367"/>
                </a:cubicBezTo>
                <a:cubicBezTo>
                  <a:pt x="5596197" y="5385379"/>
                  <a:pt x="5558400" y="5406721"/>
                  <a:pt x="5552586" y="5474306"/>
                </a:cubicBezTo>
                <a:cubicBezTo>
                  <a:pt x="5535140" y="5605917"/>
                  <a:pt x="5488622" y="5712629"/>
                  <a:pt x="5383953" y="5769542"/>
                </a:cubicBezTo>
                <a:cubicBezTo>
                  <a:pt x="5383953" y="5769542"/>
                  <a:pt x="5389768" y="5790884"/>
                  <a:pt x="5392675" y="5801555"/>
                </a:cubicBezTo>
                <a:cubicBezTo>
                  <a:pt x="5456640" y="5805112"/>
                  <a:pt x="5506066" y="5726858"/>
                  <a:pt x="5584568" y="5755314"/>
                </a:cubicBezTo>
                <a:cubicBezTo>
                  <a:pt x="5506066" y="5862025"/>
                  <a:pt x="5442103" y="5954508"/>
                  <a:pt x="5334526" y="6004307"/>
                </a:cubicBezTo>
                <a:cubicBezTo>
                  <a:pt x="5247303" y="6043434"/>
                  <a:pt x="5139727" y="6068335"/>
                  <a:pt x="5075763" y="6196388"/>
                </a:cubicBezTo>
                <a:cubicBezTo>
                  <a:pt x="5148450" y="6221287"/>
                  <a:pt x="5203691" y="6189274"/>
                  <a:pt x="5258933" y="6167932"/>
                </a:cubicBezTo>
                <a:cubicBezTo>
                  <a:pt x="5343249" y="6132361"/>
                  <a:pt x="5427565" y="6093234"/>
                  <a:pt x="5511881" y="6057663"/>
                </a:cubicBezTo>
                <a:cubicBezTo>
                  <a:pt x="5543864" y="6043434"/>
                  <a:pt x="5578753" y="6036320"/>
                  <a:pt x="5599105" y="6100347"/>
                </a:cubicBezTo>
                <a:cubicBezTo>
                  <a:pt x="5491529" y="6114575"/>
                  <a:pt x="5427565" y="6199945"/>
                  <a:pt x="5360693" y="6281757"/>
                </a:cubicBezTo>
                <a:cubicBezTo>
                  <a:pt x="5322897" y="6327999"/>
                  <a:pt x="5290914" y="6388469"/>
                  <a:pt x="5224043" y="6367127"/>
                </a:cubicBezTo>
                <a:cubicBezTo>
                  <a:pt x="5189154" y="6356456"/>
                  <a:pt x="5165894" y="6388469"/>
                  <a:pt x="5168801" y="6431153"/>
                </a:cubicBezTo>
                <a:cubicBezTo>
                  <a:pt x="5183339" y="6580550"/>
                  <a:pt x="5099022" y="6630349"/>
                  <a:pt x="5011799" y="6658805"/>
                </a:cubicBezTo>
                <a:cubicBezTo>
                  <a:pt x="4883871" y="6701489"/>
                  <a:pt x="4770480" y="6786859"/>
                  <a:pt x="4651275" y="6858000"/>
                </a:cubicBezTo>
                <a:lnTo>
                  <a:pt x="1823619" y="6858000"/>
                </a:lnTo>
                <a:lnTo>
                  <a:pt x="947849" y="6858000"/>
                </a:lnTo>
                <a:lnTo>
                  <a:pt x="732568" y="6858000"/>
                </a:lnTo>
                <a:lnTo>
                  <a:pt x="0" y="685800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7CE507-F65B-A6A3-43B9-BBEF067178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3468" y="609600"/>
            <a:ext cx="3992700" cy="3877197"/>
          </a:xfrm>
        </p:spPr>
        <p:txBody>
          <a:bodyPr>
            <a:normAutofit/>
          </a:bodyPr>
          <a:lstStyle/>
          <a:p>
            <a:pPr algn="l"/>
            <a:r>
              <a:rPr lang="en-IE" sz="4400" dirty="0">
                <a:solidFill>
                  <a:schemeClr val="bg1"/>
                </a:solidFill>
              </a:rPr>
              <a:t>Two directions for </a:t>
            </a:r>
            <a:r>
              <a:rPr lang="en-IE" sz="4400" i="1" dirty="0">
                <a:solidFill>
                  <a:schemeClr val="bg1"/>
                </a:solidFill>
              </a:rPr>
              <a:t>The Left?</a:t>
            </a:r>
            <a:br>
              <a:rPr lang="en-IE" sz="4400" i="1" dirty="0">
                <a:solidFill>
                  <a:schemeClr val="bg1"/>
                </a:solidFill>
              </a:rPr>
            </a:br>
            <a:endParaRPr lang="en-IE" sz="4400" i="1" dirty="0">
              <a:solidFill>
                <a:schemeClr val="bg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CD8A4C-C664-E7EB-B686-4F1B0CE255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3467" y="4638783"/>
            <a:ext cx="4007449" cy="1343972"/>
          </a:xfrm>
        </p:spPr>
        <p:txBody>
          <a:bodyPr>
            <a:normAutofit/>
          </a:bodyPr>
          <a:lstStyle/>
          <a:p>
            <a:pPr algn="l"/>
            <a:r>
              <a:rPr lang="en-IE" dirty="0">
                <a:solidFill>
                  <a:schemeClr val="bg1"/>
                </a:solidFill>
              </a:rPr>
              <a:t>Luka De Lacey</a:t>
            </a:r>
          </a:p>
        </p:txBody>
      </p:sp>
    </p:spTree>
    <p:extLst>
      <p:ext uri="{BB962C8B-B14F-4D97-AF65-F5344CB8AC3E}">
        <p14:creationId xmlns:p14="http://schemas.microsoft.com/office/powerpoint/2010/main" val="4765832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C2D5A7-67FC-E839-D64E-934B7298FF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b="1" dirty="0">
                <a:latin typeface="Verdana" panose="020B0604030504040204" pitchFamily="34" charset="0"/>
                <a:ea typeface="Verdana" panose="020B0604030504040204" pitchFamily="34" charset="0"/>
              </a:rPr>
              <a:t>Original Paper – Werner Krause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93011D-22B9-12F2-F385-A8CACF843B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IE" b="1" dirty="0">
                <a:latin typeface="Verdana" panose="020B0604030504040204" pitchFamily="34" charset="0"/>
                <a:ea typeface="Verdana" panose="020B0604030504040204" pitchFamily="34" charset="0"/>
              </a:rPr>
              <a:t>RQ: </a:t>
            </a:r>
            <a:r>
              <a:rPr lang="en-IE" dirty="0">
                <a:latin typeface="Verdana" panose="020B0604030504040204" pitchFamily="34" charset="0"/>
                <a:ea typeface="Verdana" panose="020B0604030504040204" pitchFamily="34" charset="0"/>
              </a:rPr>
              <a:t>How and to what extent do Radical Left parties’ (RLPs) programmatic offerings influence their electoral performance?</a:t>
            </a:r>
          </a:p>
          <a:p>
            <a:pPr marL="0" indent="0">
              <a:buNone/>
            </a:pPr>
            <a:endParaRPr lang="en-IE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IE" b="1" dirty="0">
                <a:latin typeface="Verdana" panose="020B0604030504040204" pitchFamily="34" charset="0"/>
                <a:ea typeface="Verdana" panose="020B0604030504040204" pitchFamily="34" charset="0"/>
              </a:rPr>
              <a:t>Key focus: </a:t>
            </a:r>
            <a:r>
              <a:rPr lang="en-IE" dirty="0">
                <a:latin typeface="Verdana" panose="020B0604030504040204" pitchFamily="34" charset="0"/>
                <a:ea typeface="Verdana" panose="020B0604030504040204" pitchFamily="34" charset="0"/>
              </a:rPr>
              <a:t>how RLPs positioning themselves on issues relative to other parties benefits them.</a:t>
            </a:r>
          </a:p>
          <a:p>
            <a:pPr marL="0" indent="0">
              <a:buNone/>
            </a:pPr>
            <a:endParaRPr lang="en-IE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IE" b="1" dirty="0">
                <a:latin typeface="Verdana" panose="020B0604030504040204" pitchFamily="34" charset="0"/>
                <a:ea typeface="Verdana" panose="020B0604030504040204" pitchFamily="34" charset="0"/>
              </a:rPr>
              <a:t>RLPs compete as ‘niche’ competitors </a:t>
            </a:r>
            <a:r>
              <a:rPr lang="en-IE" dirty="0">
                <a:latin typeface="Verdana" panose="020B0604030504040204" pitchFamily="34" charset="0"/>
                <a:ea typeface="Verdana" panose="020B0604030504040204" pitchFamily="34" charset="0"/>
              </a:rPr>
              <a:t>– on the fringes of mainstream centre-left and centre-right politics. Positions are relative.</a:t>
            </a:r>
          </a:p>
          <a:p>
            <a:pPr marL="0" indent="0">
              <a:buNone/>
            </a:pPr>
            <a:endParaRPr lang="en-IE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IE" dirty="0">
                <a:latin typeface="Verdana" panose="020B0604030504040204" pitchFamily="34" charset="0"/>
                <a:ea typeface="Verdana" panose="020B0604030504040204" pitchFamily="34" charset="0"/>
              </a:rPr>
              <a:t>RLPs vary in the degree they have adjusted their programmatic offerings in the post-soviet era.</a:t>
            </a:r>
          </a:p>
          <a:p>
            <a:pPr marL="0" indent="0">
              <a:buNone/>
            </a:pPr>
            <a:endParaRPr lang="en-IE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CA9A4E7-2A91-D49C-0489-8E398356D113}"/>
              </a:ext>
            </a:extLst>
          </p:cNvPr>
          <p:cNvSpPr txBox="1">
            <a:spLocks/>
          </p:cNvSpPr>
          <p:nvPr/>
        </p:nvSpPr>
        <p:spPr>
          <a:xfrm>
            <a:off x="838200" y="255397"/>
            <a:ext cx="10515600" cy="1116203"/>
          </a:xfrm>
          <a:prstGeom prst="rect">
            <a:avLst/>
          </a:prstGeom>
          <a:solidFill>
            <a:srgbClr val="CC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IE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anose="020B0604030504040204" pitchFamily="34" charset="0"/>
                <a:ea typeface="Verdana" panose="020B0604030504040204" pitchFamily="34" charset="0"/>
              </a:rPr>
              <a:t>Original Paper – Werner Krause (2020)</a:t>
            </a:r>
          </a:p>
        </p:txBody>
      </p:sp>
    </p:spTree>
    <p:extLst>
      <p:ext uri="{BB962C8B-B14F-4D97-AF65-F5344CB8AC3E}">
        <p14:creationId xmlns:p14="http://schemas.microsoft.com/office/powerpoint/2010/main" val="1066043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694D3C-3A8F-0E78-EFF3-6CBB09EF29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869F79-6006-ECA7-EE1B-1C065B6F9E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802187"/>
          </a:xfrm>
        </p:spPr>
        <p:txBody>
          <a:bodyPr>
            <a:normAutofit fontScale="85000" lnSpcReduction="10000"/>
          </a:bodyPr>
          <a:lstStyle/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en-IE" sz="2600" dirty="0">
                <a:latin typeface="Verdana" panose="020B0604030504040204" pitchFamily="34" charset="0"/>
                <a:ea typeface="Verdana" panose="020B0604030504040204" pitchFamily="34" charset="0"/>
              </a:rPr>
              <a:t>Challenger parties can benefit by </a:t>
            </a:r>
            <a:r>
              <a:rPr lang="en-IE" sz="2600" b="1" dirty="0">
                <a:latin typeface="Verdana" panose="020B0604030504040204" pitchFamily="34" charset="0"/>
                <a:ea typeface="Verdana" panose="020B0604030504040204" pitchFamily="34" charset="0"/>
              </a:rPr>
              <a:t>presenting themselves as a credible/viable alternative </a:t>
            </a:r>
            <a:r>
              <a:rPr lang="en-IE" sz="2600" dirty="0">
                <a:latin typeface="Verdana" panose="020B0604030504040204" pitchFamily="34" charset="0"/>
                <a:ea typeface="Verdana" panose="020B0604030504040204" pitchFamily="34" charset="0"/>
              </a:rPr>
              <a:t>to mainstream party electorate via centripetal movement.</a:t>
            </a:r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en-IE" sz="2600" dirty="0">
                <a:latin typeface="Verdana" panose="020B0604030504040204" pitchFamily="34" charset="0"/>
                <a:ea typeface="Verdana" panose="020B0604030504040204" pitchFamily="34" charset="0"/>
              </a:rPr>
              <a:t>Challenger parties can benefit through </a:t>
            </a:r>
            <a:r>
              <a:rPr lang="en-IE" sz="2600" b="1" dirty="0">
                <a:latin typeface="Verdana" panose="020B0604030504040204" pitchFamily="34" charset="0"/>
                <a:ea typeface="Verdana" panose="020B0604030504040204" pitchFamily="34" charset="0"/>
              </a:rPr>
              <a:t>issue entrepreneurship </a:t>
            </a:r>
            <a:r>
              <a:rPr lang="en-IE" sz="2600" dirty="0">
                <a:latin typeface="Verdana" panose="020B0604030504040204" pitchFamily="34" charset="0"/>
                <a:ea typeface="Verdana" panose="020B0604030504040204" pitchFamily="34" charset="0"/>
              </a:rPr>
              <a:t>– addressing issues neglected by mainstream/alternatives.</a:t>
            </a:r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en-IE" sz="2600" b="1" dirty="0">
                <a:latin typeface="Verdana" panose="020B0604030504040204" pitchFamily="34" charset="0"/>
                <a:ea typeface="Verdana" panose="020B0604030504040204" pitchFamily="34" charset="0"/>
              </a:rPr>
              <a:t>Extreme positions </a:t>
            </a:r>
            <a:r>
              <a:rPr lang="en-IE" sz="2600" dirty="0">
                <a:latin typeface="Verdana" panose="020B0604030504040204" pitchFamily="34" charset="0"/>
                <a:ea typeface="Verdana" panose="020B0604030504040204" pitchFamily="34" charset="0"/>
              </a:rPr>
              <a:t>on less established dimension may allow parties to </a:t>
            </a:r>
            <a:r>
              <a:rPr lang="en-IE" sz="2600" b="1" dirty="0">
                <a:latin typeface="Verdana" panose="020B0604030504040204" pitchFamily="34" charset="0"/>
                <a:ea typeface="Verdana" panose="020B0604030504040204" pitchFamily="34" charset="0"/>
              </a:rPr>
              <a:t>establish themselves as ‘owners’ </a:t>
            </a:r>
            <a:r>
              <a:rPr lang="en-IE" sz="2600" dirty="0">
                <a:latin typeface="Verdana" panose="020B0604030504040204" pitchFamily="34" charset="0"/>
                <a:ea typeface="Verdana" panose="020B0604030504040204" pitchFamily="34" charset="0"/>
              </a:rPr>
              <a:t>of the issue. RLPs.</a:t>
            </a:r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en-IE" sz="2600" dirty="0">
                <a:latin typeface="Verdana" panose="020B0604030504040204" pitchFamily="34" charset="0"/>
                <a:ea typeface="Verdana" panose="020B0604030504040204" pitchFamily="34" charset="0"/>
              </a:rPr>
              <a:t>Voters more open to movement on </a:t>
            </a:r>
            <a:r>
              <a:rPr lang="en-IE" sz="2600" b="1" dirty="0">
                <a:latin typeface="Verdana" panose="020B0604030504040204" pitchFamily="34" charset="0"/>
                <a:ea typeface="Verdana" panose="020B0604030504040204" pitchFamily="34" charset="0"/>
              </a:rPr>
              <a:t>economic dimension (pragmatic) </a:t>
            </a:r>
            <a:r>
              <a:rPr lang="en-IE" sz="2600" dirty="0">
                <a:latin typeface="Verdana" panose="020B0604030504040204" pitchFamily="34" charset="0"/>
                <a:ea typeface="Verdana" panose="020B0604030504040204" pitchFamily="34" charset="0"/>
              </a:rPr>
              <a:t>than </a:t>
            </a:r>
            <a:r>
              <a:rPr lang="en-IE" sz="2600" b="1" dirty="0">
                <a:latin typeface="Verdana" panose="020B0604030504040204" pitchFamily="34" charset="0"/>
                <a:ea typeface="Verdana" panose="020B0604030504040204" pitchFamily="34" charset="0"/>
              </a:rPr>
              <a:t>social (principled)</a:t>
            </a:r>
            <a:r>
              <a:rPr lang="en-IE" sz="2600" dirty="0">
                <a:latin typeface="Verdana" panose="020B0604030504040204" pitchFamily="34" charset="0"/>
                <a:ea typeface="Verdana" panose="020B0604030504040204" pitchFamily="34" charset="0"/>
              </a:rPr>
              <a:t>.</a:t>
            </a:r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en-IE" sz="2600" dirty="0">
                <a:latin typeface="Verdana" panose="020B0604030504040204" pitchFamily="34" charset="0"/>
                <a:ea typeface="Verdana" panose="020B0604030504040204" pitchFamily="34" charset="0"/>
              </a:rPr>
              <a:t>Maintaining extreme positions risks in the long-term on established issues risks party becoming </a:t>
            </a:r>
            <a:r>
              <a:rPr lang="en-IE" sz="2600" b="1" dirty="0">
                <a:latin typeface="Verdana" panose="020B0604030504040204" pitchFamily="34" charset="0"/>
                <a:ea typeface="Verdana" panose="020B0604030504040204" pitchFamily="34" charset="0"/>
              </a:rPr>
              <a:t>political pariah.</a:t>
            </a:r>
            <a:endParaRPr lang="en-IE" sz="26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endParaRPr lang="en-IE" sz="26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0B8AA83-6156-0578-D47E-980D386DB2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7BF9CD5-EBF4-72B8-E318-844EDDE0C674}"/>
              </a:ext>
            </a:extLst>
          </p:cNvPr>
          <p:cNvSpPr txBox="1">
            <a:spLocks/>
          </p:cNvSpPr>
          <p:nvPr/>
        </p:nvSpPr>
        <p:spPr>
          <a:xfrm>
            <a:off x="838200" y="255397"/>
            <a:ext cx="10515600" cy="1116203"/>
          </a:xfrm>
          <a:prstGeom prst="rect">
            <a:avLst/>
          </a:prstGeom>
          <a:solidFill>
            <a:srgbClr val="CC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IE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anose="020B0604030504040204" pitchFamily="34" charset="0"/>
                <a:ea typeface="Verdana" panose="020B0604030504040204" pitchFamily="34" charset="0"/>
              </a:rPr>
              <a:t>Original Paper – Key ideas</a:t>
            </a:r>
          </a:p>
        </p:txBody>
      </p:sp>
    </p:spTree>
    <p:extLst>
      <p:ext uri="{BB962C8B-B14F-4D97-AF65-F5344CB8AC3E}">
        <p14:creationId xmlns:p14="http://schemas.microsoft.com/office/powerpoint/2010/main" val="20419970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46D3F8-D43B-69A9-BBC0-611EBF253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  <a:solidFill>
            <a:srgbClr val="CC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anchor="b">
            <a:normAutofit/>
          </a:bodyPr>
          <a:lstStyle/>
          <a:p>
            <a:pPr algn="ctr"/>
            <a:r>
              <a:rPr lang="en-IE" sz="4000" b="1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anose="020B0604030504040204" pitchFamily="34" charset="0"/>
                <a:ea typeface="Verdana" panose="020B0604030504040204" pitchFamily="34" charset="0"/>
              </a:rPr>
              <a:t>Downsian</a:t>
            </a:r>
            <a:r>
              <a:rPr lang="en-IE" sz="4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anose="020B0604030504040204" pitchFamily="34" charset="0"/>
                <a:ea typeface="Verdana" panose="020B0604030504040204" pitchFamily="34" charset="0"/>
              </a:rPr>
              <a:t> model:</a:t>
            </a:r>
            <a:br>
              <a:rPr lang="en-IE" sz="4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IE" sz="4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anose="020B0604030504040204" pitchFamily="34" charset="0"/>
                <a:ea typeface="Verdana" panose="020B0604030504040204" pitchFamily="34" charset="0"/>
              </a:rPr>
              <a:t> Median voter </a:t>
            </a:r>
            <a:r>
              <a:rPr lang="en-IE" sz="4000" b="1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anose="020B0604030504040204" pitchFamily="34" charset="0"/>
                <a:ea typeface="Verdana" panose="020B0604030504040204" pitchFamily="34" charset="0"/>
              </a:rPr>
              <a:t>theorm</a:t>
            </a:r>
            <a:endParaRPr lang="en-IE" sz="40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98F96C-FEC8-2A74-F9A6-493BB61895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1" y="2599509"/>
            <a:ext cx="4530898" cy="3639450"/>
          </a:xfrm>
        </p:spPr>
        <p:txBody>
          <a:bodyPr anchor="ctr">
            <a:normAutofit/>
          </a:bodyPr>
          <a:lstStyle/>
          <a:p>
            <a:r>
              <a:rPr lang="en-IE" sz="2000" dirty="0"/>
              <a:t>Downs (1957).</a:t>
            </a:r>
          </a:p>
          <a:p>
            <a:pPr marL="0" indent="0">
              <a:buNone/>
            </a:pPr>
            <a:endParaRPr lang="en-IE" sz="2000" dirty="0"/>
          </a:p>
          <a:p>
            <a:r>
              <a:rPr lang="en-IE" sz="2000" dirty="0"/>
              <a:t>Uni-dimensional axis on economic positions.</a:t>
            </a:r>
          </a:p>
          <a:p>
            <a:pPr marL="0" indent="0">
              <a:buNone/>
            </a:pPr>
            <a:endParaRPr lang="en-IE" sz="2000" dirty="0"/>
          </a:p>
          <a:p>
            <a:r>
              <a:rPr lang="en-IE" sz="2000" dirty="0"/>
              <a:t>Voters choose the candidate they are closest to.</a:t>
            </a:r>
          </a:p>
        </p:txBody>
      </p:sp>
      <p:pic>
        <p:nvPicPr>
          <p:cNvPr id="4" name="Picture 2" descr="undefined">
            <a:extLst>
              <a:ext uri="{FF2B5EF4-FFF2-40B4-BE49-F238E27FC236}">
                <a16:creationId xmlns:a16="http://schemas.microsoft.com/office/drawing/2014/main" id="{2AEDB068-FE27-8EE6-F318-69FAE1C978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911532" y="3098872"/>
            <a:ext cx="5150277" cy="24850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32626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01CC55D-ED54-4C5C-95E6-10947BD110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58BF8D-5097-7138-8E91-C6A246E24B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560" y="856180"/>
            <a:ext cx="4560584" cy="1128068"/>
          </a:xfrm>
          <a:solidFill>
            <a:srgbClr val="CC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anchor="ctr">
            <a:normAutofit/>
          </a:bodyPr>
          <a:lstStyle/>
          <a:p>
            <a:pPr algn="ctr"/>
            <a:r>
              <a:rPr lang="en-IE" sz="3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anose="020B0604030504040204" pitchFamily="34" charset="0"/>
                <a:ea typeface="Verdana" panose="020B0604030504040204" pitchFamily="34" charset="0"/>
              </a:rPr>
              <a:t>Multidimensional approach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DE889C7-FAD6-4397-98E2-05D5034844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1083484"/>
            <a:ext cx="355196" cy="673460"/>
            <a:chOff x="0" y="823811"/>
            <a:chExt cx="355196" cy="67346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823811"/>
              <a:ext cx="87363" cy="6734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9341" y="823811"/>
              <a:ext cx="195855" cy="6734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3873B707-463F-40B0-8227-E8CC6C67EB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65085" y="2090569"/>
            <a:ext cx="429768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69820E-B81B-632B-5955-A901DCE2B5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719" y="2330505"/>
            <a:ext cx="4559425" cy="3979585"/>
          </a:xfrm>
        </p:spPr>
        <p:txBody>
          <a:bodyPr anchor="ctr">
            <a:normAutofit/>
          </a:bodyPr>
          <a:lstStyle/>
          <a:p>
            <a:r>
              <a:rPr lang="en-IE" sz="2000"/>
              <a:t>Multi-dimensional axis.</a:t>
            </a:r>
          </a:p>
          <a:p>
            <a:pPr marL="0" indent="0">
              <a:buNone/>
            </a:pPr>
            <a:endParaRPr lang="en-IE" sz="2000"/>
          </a:p>
          <a:p>
            <a:r>
              <a:rPr lang="en-IE" sz="2000"/>
              <a:t>Recognises the increasing prominence of second-dimension issues.</a:t>
            </a:r>
          </a:p>
          <a:p>
            <a:pPr marL="0" indent="0">
              <a:buNone/>
            </a:pPr>
            <a:endParaRPr lang="en-IE" sz="2000"/>
          </a:p>
          <a:p>
            <a:r>
              <a:rPr lang="en-IE" sz="2000"/>
              <a:t>Similar logic applies with the median voter theorm.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13237C8-E62C-4F0D-A318-BD6FB6C2D1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513853"/>
            <a:ext cx="6009366" cy="583457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6BB64F-CD39-167B-5527-7960754578B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156" b="-1"/>
          <a:stretch>
            <a:fillRect/>
          </a:stretch>
        </p:blipFill>
        <p:spPr>
          <a:xfrm>
            <a:off x="5977788" y="799352"/>
            <a:ext cx="5425410" cy="5259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07078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B2DF65-795D-6F0C-B677-77376A249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CE400B-0A49-B5D4-7703-30AFA46BE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5397"/>
            <a:ext cx="10515600" cy="1116203"/>
          </a:xfrm>
          <a:solidFill>
            <a:srgbClr val="CC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/>
          <a:lstStyle/>
          <a:p>
            <a:pPr algn="ctr"/>
            <a:r>
              <a:rPr lang="en-IE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anose="020B0604030504040204" pitchFamily="34" charset="0"/>
                <a:ea typeface="Verdana" panose="020B0604030504040204" pitchFamily="34" charset="0"/>
              </a:rPr>
              <a:t>Original Paper – RLP relevance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6B8F73-C0DC-EA5E-1FD3-B2FCDB5F21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18488"/>
            <a:ext cx="10515600" cy="4874387"/>
          </a:xfrm>
        </p:spPr>
        <p:txBody>
          <a:bodyPr>
            <a:normAutofit fontScale="92500" lnSpcReduction="20000"/>
          </a:bodyPr>
          <a:lstStyle/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en-IE" sz="2600" b="1" dirty="0">
                <a:latin typeface="Verdana" panose="020B0604030504040204" pitchFamily="34" charset="0"/>
                <a:ea typeface="Verdana" panose="020B0604030504040204" pitchFamily="34" charset="0"/>
              </a:rPr>
              <a:t>RLPs already established on economic dimension </a:t>
            </a:r>
            <a:r>
              <a:rPr lang="en-IE" sz="2600" dirty="0">
                <a:latin typeface="Verdana" panose="020B0604030504040204" pitchFamily="34" charset="0"/>
                <a:ea typeface="Verdana" panose="020B0604030504040204" pitchFamily="34" charset="0"/>
              </a:rPr>
              <a:t>– party-issue linkage with state-market control -&gt; allowing them to moderate.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en-IE" sz="2600" b="1" dirty="0">
                <a:latin typeface="Verdana" panose="020B0604030504040204" pitchFamily="34" charset="0"/>
                <a:ea typeface="Verdana" panose="020B0604030504040204" pitchFamily="34" charset="0"/>
              </a:rPr>
              <a:t>RLPs are tangentially established on GAL-TAN </a:t>
            </a:r>
            <a:r>
              <a:rPr lang="en-IE" sz="2600" dirty="0">
                <a:latin typeface="Verdana" panose="020B0604030504040204" pitchFamily="34" charset="0"/>
                <a:ea typeface="Verdana" panose="020B0604030504040204" pitchFamily="34" charset="0"/>
              </a:rPr>
              <a:t>-&gt; allows distinction on new dimension, attracting new voters, but centrifugal movement is expected. RLPs also vary in willingness to adopt.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en-IE" sz="2600" b="1" dirty="0">
                <a:latin typeface="Verdana" panose="020B0604030504040204" pitchFamily="34" charset="0"/>
                <a:ea typeface="Verdana" panose="020B0604030504040204" pitchFamily="34" charset="0"/>
              </a:rPr>
              <a:t>RLPs don’t compete in a vacuum </a:t>
            </a:r>
            <a:r>
              <a:rPr lang="en-IE" sz="2600" dirty="0">
                <a:latin typeface="Verdana" panose="020B0604030504040204" pitchFamily="34" charset="0"/>
                <a:ea typeface="Verdana" panose="020B0604030504040204" pitchFamily="34" charset="0"/>
              </a:rPr>
              <a:t>and have to content with SD adaptation to new issues and challenger parties themselves.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en-IE" sz="2600" b="1" dirty="0">
                <a:latin typeface="Verdana" panose="020B0604030504040204" pitchFamily="34" charset="0"/>
                <a:ea typeface="Verdana" panose="020B0604030504040204" pitchFamily="34" charset="0"/>
              </a:rPr>
              <a:t>Mainstream parties are agenda setters</a:t>
            </a:r>
            <a:r>
              <a:rPr lang="en-IE" sz="2600" dirty="0">
                <a:latin typeface="Verdana" panose="020B0604030504040204" pitchFamily="34" charset="0"/>
                <a:ea typeface="Verdana" panose="020B0604030504040204" pitchFamily="34" charset="0"/>
              </a:rPr>
              <a:t> – RLPs need them to exist in the same issue space.</a:t>
            </a:r>
          </a:p>
        </p:txBody>
      </p:sp>
    </p:spTree>
    <p:extLst>
      <p:ext uri="{BB962C8B-B14F-4D97-AF65-F5344CB8AC3E}">
        <p14:creationId xmlns:p14="http://schemas.microsoft.com/office/powerpoint/2010/main" val="2993720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0532F-FCA1-51FA-71F0-21B469919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26BD7-947D-64AF-890C-C68E4479C7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b="1" dirty="0">
                <a:latin typeface="Verdana" panose="020B0604030504040204" pitchFamily="34" charset="0"/>
                <a:ea typeface="Verdana" panose="020B0604030504040204" pitchFamily="34" charset="0"/>
              </a:rPr>
              <a:t>Original Paper – Hypotheses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01E42A-E19D-4A39-9B58-325005762A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IE" sz="2000" b="1" i="1" dirty="0">
                <a:latin typeface="Verdana" panose="020B0604030504040204" pitchFamily="34" charset="0"/>
                <a:ea typeface="Verdana" panose="020B0604030504040204" pitchFamily="34" charset="0"/>
              </a:rPr>
              <a:t>Hypothesis 1: </a:t>
            </a:r>
            <a:r>
              <a:rPr lang="en-IE" sz="2000" i="1" dirty="0">
                <a:latin typeface="Verdana" panose="020B0604030504040204" pitchFamily="34" charset="0"/>
                <a:ea typeface="Verdana" panose="020B0604030504040204" pitchFamily="34" charset="0"/>
              </a:rPr>
              <a:t>Radical left parties’ vote shares increase the more they moderate their position on the economic conflict dimension.</a:t>
            </a:r>
          </a:p>
          <a:p>
            <a:pPr marL="0" indent="0">
              <a:lnSpc>
                <a:spcPct val="110000"/>
              </a:lnSpc>
              <a:buNone/>
            </a:pPr>
            <a:endParaRPr lang="en-IE" sz="2000" i="1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lnSpc>
                <a:spcPct val="110000"/>
              </a:lnSpc>
              <a:buNone/>
            </a:pPr>
            <a:r>
              <a:rPr lang="en-GB" sz="2000" b="1" i="1" dirty="0">
                <a:latin typeface="Verdana" panose="020B0604030504040204" pitchFamily="34" charset="0"/>
                <a:ea typeface="Verdana" panose="020B0604030504040204" pitchFamily="34" charset="0"/>
              </a:rPr>
              <a:t>Hypothesis 2: </a:t>
            </a:r>
            <a:r>
              <a:rPr lang="en-GB" sz="2000" i="1" dirty="0">
                <a:latin typeface="Verdana" panose="020B0604030504040204" pitchFamily="34" charset="0"/>
                <a:ea typeface="Verdana" panose="020B0604030504040204" pitchFamily="34" charset="0"/>
              </a:rPr>
              <a:t>Radical left parties’ vote shares decrease the more they moderate their position on the non-economic conflict dimension.</a:t>
            </a:r>
          </a:p>
          <a:p>
            <a:pPr marL="0" indent="0">
              <a:lnSpc>
                <a:spcPct val="110000"/>
              </a:lnSpc>
              <a:buNone/>
            </a:pPr>
            <a:endParaRPr lang="en-GB" sz="2000" i="1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lnSpc>
                <a:spcPct val="110000"/>
              </a:lnSpc>
              <a:buNone/>
            </a:pPr>
            <a:r>
              <a:rPr lang="en-GB" sz="2000" b="1" i="1" dirty="0">
                <a:latin typeface="Verdana" panose="020B0604030504040204" pitchFamily="34" charset="0"/>
                <a:ea typeface="Verdana" panose="020B0604030504040204" pitchFamily="34" charset="0"/>
              </a:rPr>
              <a:t>Hypothesis 3: </a:t>
            </a:r>
            <a:r>
              <a:rPr lang="en-GB" sz="2000" i="1" dirty="0">
                <a:latin typeface="Verdana" panose="020B0604030504040204" pitchFamily="34" charset="0"/>
                <a:ea typeface="Verdana" panose="020B0604030504040204" pitchFamily="34" charset="0"/>
              </a:rPr>
              <a:t>The effect of RLPs’ centripetal shifts on the economic conflict dimension will increase the more mainstream left parties are positioned toward the leftist end of this scale.</a:t>
            </a:r>
          </a:p>
          <a:p>
            <a:pPr marL="0" indent="0">
              <a:lnSpc>
                <a:spcPct val="110000"/>
              </a:lnSpc>
              <a:buNone/>
            </a:pPr>
            <a:endParaRPr lang="en-GB" sz="2000" i="1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lnSpc>
                <a:spcPct val="110000"/>
              </a:lnSpc>
              <a:buNone/>
            </a:pPr>
            <a:r>
              <a:rPr lang="en-GB" sz="2000" b="1" i="1" dirty="0">
                <a:latin typeface="Verdana" panose="020B0604030504040204" pitchFamily="34" charset="0"/>
                <a:ea typeface="Verdana" panose="020B0604030504040204" pitchFamily="34" charset="0"/>
              </a:rPr>
              <a:t>Hypothesis 4: </a:t>
            </a:r>
            <a:r>
              <a:rPr lang="en-GB" sz="2000" i="1" dirty="0">
                <a:latin typeface="Verdana" panose="020B0604030504040204" pitchFamily="34" charset="0"/>
                <a:ea typeface="Verdana" panose="020B0604030504040204" pitchFamily="34" charset="0"/>
              </a:rPr>
              <a:t>The effect of RLPs’ centrifugal shifts on the non-economic conflict dimension will increase the more mainstream left parties are positioned toward the libertarian end of the scale.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3DE7EAA-1FA1-8278-D0BB-A1D99F7D598F}"/>
              </a:ext>
            </a:extLst>
          </p:cNvPr>
          <p:cNvSpPr txBox="1">
            <a:spLocks/>
          </p:cNvSpPr>
          <p:nvPr/>
        </p:nvSpPr>
        <p:spPr>
          <a:xfrm>
            <a:off x="838200" y="255397"/>
            <a:ext cx="10515600" cy="1116203"/>
          </a:xfrm>
          <a:prstGeom prst="rect">
            <a:avLst/>
          </a:prstGeom>
          <a:solidFill>
            <a:srgbClr val="CC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IE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anose="020B0604030504040204" pitchFamily="34" charset="0"/>
                <a:ea typeface="Verdana" panose="020B0604030504040204" pitchFamily="34" charset="0"/>
              </a:rPr>
              <a:t>Original Paper – hypotheses</a:t>
            </a:r>
          </a:p>
        </p:txBody>
      </p:sp>
    </p:spTree>
    <p:extLst>
      <p:ext uri="{BB962C8B-B14F-4D97-AF65-F5344CB8AC3E}">
        <p14:creationId xmlns:p14="http://schemas.microsoft.com/office/powerpoint/2010/main" val="33033020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10769A-B41E-EA6A-39FA-5F08AA7D1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B223A01-2FF7-C280-B5F4-C903A4DF8C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6435F-0E97-88F3-0826-655409FBB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560" y="856180"/>
            <a:ext cx="4560584" cy="1128068"/>
          </a:xfrm>
          <a:solidFill>
            <a:srgbClr val="CC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anchor="ctr">
            <a:normAutofit/>
          </a:bodyPr>
          <a:lstStyle/>
          <a:p>
            <a:pPr algn="ctr"/>
            <a:r>
              <a:rPr lang="en-IE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anose="020B0604030504040204" pitchFamily="34" charset="0"/>
                <a:ea typeface="Verdana" panose="020B0604030504040204" pitchFamily="34" charset="0"/>
              </a:rPr>
              <a:t>Manifesto position coding</a:t>
            </a:r>
            <a:endParaRPr lang="en-IE" sz="34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7A2308D-D741-2CD2-9007-B072C4DC0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1083484"/>
            <a:ext cx="355196" cy="673460"/>
            <a:chOff x="0" y="823811"/>
            <a:chExt cx="355196" cy="67346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4C79DCF-8FAA-49C2-D6F4-B49FAE9341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823811"/>
              <a:ext cx="87363" cy="6734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74D237D-2587-D1BF-F30F-20D5BFA745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9341" y="823811"/>
              <a:ext cx="195855" cy="6734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5C88F099-85FE-7A66-24D5-399902BA8B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65085" y="2090569"/>
            <a:ext cx="429768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DF29DD-9391-E6AB-F2EE-28A8EF485B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719" y="2330505"/>
            <a:ext cx="4559425" cy="3979585"/>
          </a:xfrm>
        </p:spPr>
        <p:txBody>
          <a:bodyPr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IE" sz="2000" b="1" dirty="0">
                <a:latin typeface="Verdana" panose="020B0604030504040204" pitchFamily="34" charset="0"/>
                <a:ea typeface="Verdana" panose="020B0604030504040204" pitchFamily="34" charset="0"/>
              </a:rPr>
              <a:t>Key methodological approach of the paper: </a:t>
            </a:r>
          </a:p>
          <a:p>
            <a:r>
              <a:rPr lang="en-IE" sz="2000" dirty="0">
                <a:latin typeface="Verdana" panose="020B0604030504040204" pitchFamily="34" charset="0"/>
                <a:ea typeface="Verdana" panose="020B0604030504040204" pitchFamily="34" charset="0"/>
              </a:rPr>
              <a:t>Log transformed positioning variables –&gt; log ratio of position.</a:t>
            </a:r>
          </a:p>
          <a:p>
            <a:r>
              <a:rPr lang="en-IE" sz="2000" dirty="0">
                <a:latin typeface="Verdana" panose="020B0604030504040204" pitchFamily="34" charset="0"/>
                <a:ea typeface="Verdana" panose="020B0604030504040204" pitchFamily="34" charset="0"/>
              </a:rPr>
              <a:t>Key left and right issues on each dimension added, then input into formula.</a:t>
            </a:r>
          </a:p>
          <a:p>
            <a:pPr marL="0" indent="0">
              <a:buNone/>
            </a:pPr>
            <a:endParaRPr lang="en-IE" sz="2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IE" sz="2000" b="1" dirty="0">
                <a:latin typeface="Verdana" panose="020B0604030504040204" pitchFamily="34" charset="0"/>
                <a:ea typeface="Verdana" panose="020B0604030504040204" pitchFamily="34" charset="0"/>
              </a:rPr>
              <a:t>Why:</a:t>
            </a:r>
          </a:p>
          <a:p>
            <a:pPr marL="0" indent="0">
              <a:buNone/>
            </a:pPr>
            <a:r>
              <a:rPr lang="en-IE" sz="2000" dirty="0">
                <a:latin typeface="Verdana" panose="020B0604030504040204" pitchFamily="34" charset="0"/>
                <a:ea typeface="Verdana" panose="020B0604030504040204" pitchFamily="34" charset="0"/>
              </a:rPr>
              <a:t>Manifesto length can dilute true position.</a:t>
            </a:r>
          </a:p>
          <a:p>
            <a:pPr marL="0" indent="0">
              <a:buNone/>
            </a:pPr>
            <a:r>
              <a:rPr lang="en-IE" sz="2000" dirty="0">
                <a:latin typeface="Verdana" panose="020B0604030504040204" pitchFamily="34" charset="0"/>
                <a:ea typeface="Verdana" panose="020B0604030504040204" pitchFamily="34" charset="0"/>
              </a:rPr>
              <a:t>Accounting for marginal shifts in positions - shift from 1 -&gt; 6 </a:t>
            </a:r>
            <a:r>
              <a:rPr lang="en-IE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relateively</a:t>
            </a:r>
            <a:r>
              <a:rPr lang="en-IE" sz="2000" dirty="0">
                <a:latin typeface="Verdana" panose="020B0604030504040204" pitchFamily="34" charset="0"/>
                <a:ea typeface="Verdana" panose="020B0604030504040204" pitchFamily="34" charset="0"/>
              </a:rPr>
              <a:t> greater than 40 -&gt; 45.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C6D6ECF-E48B-9C93-AB5F-990086560B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4AE4C70-6191-408B-77C2-78851A1E60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513853"/>
            <a:ext cx="6009366" cy="583457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687E71-6FB7-7782-C74D-7118F1F957B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563" r="39667" b="38603"/>
          <a:stretch>
            <a:fillRect/>
          </a:stretch>
        </p:blipFill>
        <p:spPr>
          <a:xfrm>
            <a:off x="6706245" y="2330505"/>
            <a:ext cx="3968496" cy="171525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5D975A9-0AE5-8777-CC8D-725776B51E87}"/>
              </a:ext>
            </a:extLst>
          </p:cNvPr>
          <p:cNvSpPr txBox="1"/>
          <p:nvPr/>
        </p:nvSpPr>
        <p:spPr>
          <a:xfrm>
            <a:off x="9064724" y="5593059"/>
            <a:ext cx="21945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dirty="0"/>
              <a:t>(Lowe et al., 2011)</a:t>
            </a:r>
          </a:p>
        </p:txBody>
      </p:sp>
    </p:spTree>
    <p:extLst>
      <p:ext uri="{BB962C8B-B14F-4D97-AF65-F5344CB8AC3E}">
        <p14:creationId xmlns:p14="http://schemas.microsoft.com/office/powerpoint/2010/main" val="11715541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201CC55D-ED54-4C5C-95E6-10947BD110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DE889C7-FAD6-4397-98E2-05D5034844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1083484"/>
            <a:ext cx="355196" cy="673460"/>
            <a:chOff x="0" y="823811"/>
            <a:chExt cx="355196" cy="67346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823811"/>
              <a:ext cx="87363" cy="6734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9341" y="823811"/>
              <a:ext cx="195855" cy="6734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873B707-463F-40B0-8227-E8CC6C67EB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65085" y="2090569"/>
            <a:ext cx="429768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86535F-5F4D-AEF0-F103-0CC495033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719" y="2330505"/>
            <a:ext cx="4559425" cy="3979585"/>
          </a:xfrm>
        </p:spPr>
        <p:txBody>
          <a:bodyPr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IE" sz="2000" dirty="0">
                <a:latin typeface="Verdana" panose="020B0604030504040204" pitchFamily="34" charset="0"/>
                <a:ea typeface="Verdana" panose="020B0604030504040204" pitchFamily="34" charset="0"/>
              </a:rPr>
              <a:t>First replication step – RLPs plotted on two dimensional axis based on coded positions.</a:t>
            </a:r>
          </a:p>
          <a:p>
            <a:pPr marL="0" indent="0">
              <a:buNone/>
            </a:pPr>
            <a:endParaRPr lang="en-IE" sz="2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IE" sz="2000" dirty="0">
                <a:latin typeface="Verdana" panose="020B0604030504040204" pitchFamily="34" charset="0"/>
                <a:ea typeface="Verdana" panose="020B0604030504040204" pitchFamily="34" charset="0"/>
              </a:rPr>
              <a:t>120 observations: cut from 210 in base dataset provided. This is largely due to lack of coding in manifesto project.</a:t>
            </a:r>
          </a:p>
          <a:p>
            <a:pPr marL="0" indent="0">
              <a:buNone/>
            </a:pPr>
            <a:endParaRPr lang="en-IE" sz="2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IE" sz="2000" b="1" dirty="0">
                <a:latin typeface="Verdana" panose="020B0604030504040204" pitchFamily="34" charset="0"/>
                <a:ea typeface="Verdana" panose="020B0604030504040204" pitchFamily="34" charset="0"/>
              </a:rPr>
              <a:t>Visualisation shows:</a:t>
            </a:r>
          </a:p>
          <a:p>
            <a:r>
              <a:rPr lang="en-IE" sz="2000" dirty="0">
                <a:latin typeface="Verdana" panose="020B0604030504040204" pitchFamily="34" charset="0"/>
                <a:ea typeface="Verdana" panose="020B0604030504040204" pitchFamily="34" charset="0"/>
              </a:rPr>
              <a:t>RLPs skew to the left – expected.</a:t>
            </a:r>
          </a:p>
          <a:p>
            <a:r>
              <a:rPr lang="en-IE" sz="2000" dirty="0">
                <a:latin typeface="Verdana" panose="020B0604030504040204" pitchFamily="34" charset="0"/>
                <a:ea typeface="Verdana" panose="020B0604030504040204" pitchFamily="34" charset="0"/>
              </a:rPr>
              <a:t>More variance on non-economic.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13237C8-E62C-4F0D-A318-BD6FB6C2D1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513853"/>
            <a:ext cx="6009366" cy="583457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EE4747E-3206-8553-F719-FDEC8797CA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4618" t="-1" r="23992" b="19400"/>
          <a:stretch>
            <a:fillRect/>
          </a:stretch>
        </p:blipFill>
        <p:spPr>
          <a:xfrm>
            <a:off x="6041006" y="950976"/>
            <a:ext cx="5519992" cy="4545236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B40705F9-AC48-E3E7-0D1A-B38AC65F8264}"/>
              </a:ext>
            </a:extLst>
          </p:cNvPr>
          <p:cNvSpPr txBox="1">
            <a:spLocks/>
          </p:cNvSpPr>
          <p:nvPr/>
        </p:nvSpPr>
        <p:spPr>
          <a:xfrm>
            <a:off x="533633" y="749997"/>
            <a:ext cx="4560584" cy="1128068"/>
          </a:xfrm>
          <a:prstGeom prst="rect">
            <a:avLst/>
          </a:prstGeom>
          <a:solidFill>
            <a:srgbClr val="CC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anose="020B0604030504040204" pitchFamily="34" charset="0"/>
                <a:ea typeface="Verdana" panose="020B0604030504040204" pitchFamily="34" charset="0"/>
              </a:rPr>
              <a:t>Mapping RLP positions</a:t>
            </a:r>
            <a:endParaRPr lang="en-IE" sz="34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3459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14ED95-C00C-3F44-183F-53E57C742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5EE45CB-898A-8080-8BFD-18BCE5559C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9779848-3560-649B-55BC-7F7E977C29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1083484"/>
            <a:ext cx="355196" cy="673460"/>
            <a:chOff x="0" y="823811"/>
            <a:chExt cx="355196" cy="67346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3C07630-F50E-7E89-05B4-4F1357BC4B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823811"/>
              <a:ext cx="87363" cy="6734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894EA15-939B-3B2B-30BE-BA2EE575D0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9341" y="823811"/>
              <a:ext cx="195855" cy="6734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42EB760E-0796-3B57-9F57-8BC93D293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65085" y="2090569"/>
            <a:ext cx="429768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9BD935-DF97-9081-392C-AE82DCD4F5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719" y="2330505"/>
            <a:ext cx="4559425" cy="3979585"/>
          </a:xfrm>
        </p:spPr>
        <p:txBody>
          <a:bodyPr anchor="ctr">
            <a:normAutofit fontScale="92500"/>
          </a:bodyPr>
          <a:lstStyle/>
          <a:p>
            <a:pPr marL="0" indent="0">
              <a:buNone/>
            </a:pPr>
            <a:r>
              <a:rPr lang="en-IE" sz="2000" b="1" dirty="0">
                <a:latin typeface="Verdana" panose="020B0604030504040204" pitchFamily="34" charset="0"/>
                <a:ea typeface="Verdana" panose="020B0604030504040204" pitchFamily="34" charset="0"/>
              </a:rPr>
              <a:t>DV: </a:t>
            </a:r>
            <a:r>
              <a:rPr lang="en-IE" sz="2000" dirty="0">
                <a:latin typeface="Verdana" panose="020B0604030504040204" pitchFamily="34" charset="0"/>
                <a:ea typeface="Verdana" panose="020B0604030504040204" pitchFamily="34" charset="0"/>
              </a:rPr>
              <a:t>RLP vote share.</a:t>
            </a:r>
          </a:p>
          <a:p>
            <a:pPr marL="0" indent="0">
              <a:buNone/>
            </a:pPr>
            <a:r>
              <a:rPr lang="en-IE" sz="2000" b="1" dirty="0">
                <a:latin typeface="Verdana" panose="020B0604030504040204" pitchFamily="34" charset="0"/>
                <a:ea typeface="Verdana" panose="020B0604030504040204" pitchFamily="34" charset="0"/>
              </a:rPr>
              <a:t>IVs: </a:t>
            </a:r>
            <a:r>
              <a:rPr lang="en-IE" sz="2000" dirty="0">
                <a:latin typeface="Verdana" panose="020B0604030504040204" pitchFamily="34" charset="0"/>
                <a:ea typeface="Verdana" panose="020B0604030504040204" pitchFamily="34" charset="0"/>
              </a:rPr>
              <a:t>RLP econ &amp; non-econ rile, SD econ &amp; non-econ rile.</a:t>
            </a:r>
          </a:p>
          <a:p>
            <a:pPr marL="0" indent="0">
              <a:buNone/>
            </a:pPr>
            <a:r>
              <a:rPr lang="en-IE" sz="2000" b="1" dirty="0">
                <a:latin typeface="Verdana" panose="020B0604030504040204" pitchFamily="34" charset="0"/>
                <a:ea typeface="Verdana" panose="020B0604030504040204" pitchFamily="34" charset="0"/>
              </a:rPr>
              <a:t>Controls:</a:t>
            </a:r>
          </a:p>
          <a:p>
            <a:r>
              <a:rPr lang="en-IE" sz="2000" dirty="0">
                <a:latin typeface="Verdana" panose="020B0604030504040204" pitchFamily="34" charset="0"/>
                <a:ea typeface="Verdana" panose="020B0604030504040204" pitchFamily="34" charset="0"/>
              </a:rPr>
              <a:t>Previous election result.</a:t>
            </a:r>
          </a:p>
          <a:p>
            <a:r>
              <a:rPr lang="en-IE" sz="2000" dirty="0">
                <a:latin typeface="Verdana" panose="020B0604030504040204" pitchFamily="34" charset="0"/>
                <a:ea typeface="Verdana" panose="020B0604030504040204" pitchFamily="34" charset="0"/>
              </a:rPr>
              <a:t>Turnout.</a:t>
            </a:r>
          </a:p>
          <a:p>
            <a:r>
              <a:rPr lang="en-IE" sz="2000" dirty="0">
                <a:latin typeface="Verdana" panose="020B0604030504040204" pitchFamily="34" charset="0"/>
                <a:ea typeface="Verdana" panose="020B0604030504040204" pitchFamily="34" charset="0"/>
              </a:rPr>
              <a:t>Logged GDP &amp; Unemployment.</a:t>
            </a:r>
          </a:p>
          <a:p>
            <a:r>
              <a:rPr lang="en-IE" sz="2000" dirty="0">
                <a:latin typeface="Verdana" panose="020B0604030504040204" pitchFamily="34" charset="0"/>
                <a:ea typeface="Verdana" panose="020B0604030504040204" pitchFamily="34" charset="0"/>
              </a:rPr>
              <a:t>Additional RLP competitor.</a:t>
            </a:r>
          </a:p>
          <a:p>
            <a:r>
              <a:rPr lang="en-IE" sz="2000" dirty="0">
                <a:latin typeface="Verdana" panose="020B0604030504040204" pitchFamily="34" charset="0"/>
                <a:ea typeface="Verdana" panose="020B0604030504040204" pitchFamily="34" charset="0"/>
              </a:rPr>
              <a:t>Left-wing Government, In/supporting a government.</a:t>
            </a:r>
          </a:p>
          <a:p>
            <a:r>
              <a:rPr lang="en-IE" sz="2000" dirty="0">
                <a:latin typeface="Verdana" panose="020B0604030504040204" pitchFamily="34" charset="0"/>
                <a:ea typeface="Verdana" panose="020B0604030504040204" pitchFamily="34" charset="0"/>
              </a:rPr>
              <a:t>Interaction variable (RLP-SD rile).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BC97463-B6AB-FDB5-2690-C7A9AF00DE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73A49F2-D104-BDA1-1CAE-3B185C9D5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513853"/>
            <a:ext cx="6009366" cy="583457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CE051AF-A295-76BA-DC78-155BBA31AF70}"/>
              </a:ext>
            </a:extLst>
          </p:cNvPr>
          <p:cNvSpPr txBox="1">
            <a:spLocks/>
          </p:cNvSpPr>
          <p:nvPr/>
        </p:nvSpPr>
        <p:spPr>
          <a:xfrm>
            <a:off x="533633" y="749997"/>
            <a:ext cx="4560584" cy="1128068"/>
          </a:xfrm>
          <a:prstGeom prst="rect">
            <a:avLst/>
          </a:prstGeom>
          <a:solidFill>
            <a:srgbClr val="CC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anose="020B0604030504040204" pitchFamily="34" charset="0"/>
                <a:ea typeface="Verdana" panose="020B0604030504040204" pitchFamily="34" charset="0"/>
              </a:rPr>
              <a:t>Summary statistics</a:t>
            </a:r>
            <a:endParaRPr lang="en-IE" sz="34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014A63A-7C98-BF19-2CB3-8FE8A9F644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484" y="1420214"/>
            <a:ext cx="5628018" cy="3770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17834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0329FD-A7F1-47DF-54DD-BC573B81BF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07736" cy="4351338"/>
          </a:xfrm>
        </p:spPr>
        <p:txBody>
          <a:bodyPr>
            <a:normAutofit fontScale="77500" lnSpcReduction="2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IE" b="1" dirty="0">
                <a:latin typeface="Verdana" panose="020B0604030504040204" pitchFamily="34" charset="0"/>
                <a:ea typeface="Verdana" panose="020B0604030504040204" pitchFamily="34" charset="0"/>
              </a:rPr>
              <a:t>Three models: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en-IE" dirty="0">
                <a:latin typeface="Verdana" panose="020B0604030504040204" pitchFamily="34" charset="0"/>
                <a:ea typeface="Verdana" panose="020B0604030504040204" pitchFamily="34" charset="0"/>
              </a:rPr>
              <a:t>Controls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en-IE" dirty="0">
                <a:latin typeface="Verdana" panose="020B0604030504040204" pitchFamily="34" charset="0"/>
                <a:ea typeface="Verdana" panose="020B0604030504040204" pitchFamily="34" charset="0"/>
              </a:rPr>
              <a:t>Key IVs: RLP &amp; SD positions.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en-IE" dirty="0">
                <a:latin typeface="Verdana" panose="020B0604030504040204" pitchFamily="34" charset="0"/>
                <a:ea typeface="Verdana" panose="020B0604030504040204" pitchFamily="34" charset="0"/>
              </a:rPr>
              <a:t>Interaction effects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endParaRPr lang="en-IE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IE" dirty="0">
                <a:latin typeface="Verdana" panose="020B0604030504040204" pitchFamily="34" charset="0"/>
                <a:ea typeface="Verdana" panose="020B0604030504040204" pitchFamily="34" charset="0"/>
              </a:rPr>
              <a:t>All models are </a:t>
            </a:r>
            <a:r>
              <a:rPr lang="en-IE" b="1" dirty="0">
                <a:latin typeface="Verdana" panose="020B0604030504040204" pitchFamily="34" charset="0"/>
                <a:ea typeface="Verdana" panose="020B0604030504040204" pitchFamily="34" charset="0"/>
              </a:rPr>
              <a:t>OLS</a:t>
            </a:r>
            <a:r>
              <a:rPr lang="en-IE" dirty="0">
                <a:latin typeface="Verdana" panose="020B0604030504040204" pitchFamily="34" charset="0"/>
                <a:ea typeface="Verdana" panose="020B0604030504040204" pitchFamily="34" charset="0"/>
              </a:rPr>
              <a:t> with </a:t>
            </a:r>
            <a:r>
              <a:rPr lang="en-IE" b="1" dirty="0">
                <a:latin typeface="Verdana" panose="020B0604030504040204" pitchFamily="34" charset="0"/>
                <a:ea typeface="Verdana" panose="020B0604030504040204" pitchFamily="34" charset="0"/>
              </a:rPr>
              <a:t>standard errors clustered by election date and party</a:t>
            </a:r>
            <a:r>
              <a:rPr lang="en-IE" dirty="0">
                <a:latin typeface="Verdana" panose="020B0604030504040204" pitchFamily="34" charset="0"/>
                <a:ea typeface="Verdana" panose="020B0604030504040204" pitchFamily="34" charset="0"/>
              </a:rPr>
              <a:t> (correlation with units over time) with </a:t>
            </a:r>
            <a:r>
              <a:rPr lang="en-IE" b="1" dirty="0">
                <a:latin typeface="Verdana" panose="020B0604030504040204" pitchFamily="34" charset="0"/>
                <a:ea typeface="Verdana" panose="020B0604030504040204" pitchFamily="34" charset="0"/>
              </a:rPr>
              <a:t>party fixed effects </a:t>
            </a:r>
            <a:r>
              <a:rPr lang="en-IE" dirty="0">
                <a:latin typeface="Verdana" panose="020B0604030504040204" pitchFamily="34" charset="0"/>
                <a:ea typeface="Verdana" panose="020B0604030504040204" pitchFamily="34" charset="0"/>
              </a:rPr>
              <a:t>(limit party/country heterogeneity).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E1E1BC-39D4-EE57-31EB-B83E805688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6018" y="365125"/>
            <a:ext cx="4734853" cy="6309360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DCB2E567-762C-CD75-E163-2E93937F73C6}"/>
              </a:ext>
            </a:extLst>
          </p:cNvPr>
          <p:cNvSpPr txBox="1">
            <a:spLocks/>
          </p:cNvSpPr>
          <p:nvPr/>
        </p:nvSpPr>
        <p:spPr>
          <a:xfrm>
            <a:off x="838200" y="463872"/>
            <a:ext cx="5507736" cy="1128068"/>
          </a:xfrm>
          <a:prstGeom prst="rect">
            <a:avLst/>
          </a:prstGeom>
          <a:solidFill>
            <a:srgbClr val="CC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anose="020B0604030504040204" pitchFamily="34" charset="0"/>
                <a:ea typeface="Verdana" panose="020B0604030504040204" pitchFamily="34" charset="0"/>
              </a:rPr>
              <a:t>Replication of regression</a:t>
            </a:r>
            <a:endParaRPr lang="en-IE" sz="34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62769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E9AFB-FFAE-E9DE-7EE9-968A4015A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1B7B8A-03DE-57AA-1404-BA5F76DA44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228512"/>
            <a:ext cx="5507736" cy="5537200"/>
          </a:xfrm>
        </p:spPr>
        <p:txBody>
          <a:bodyPr>
            <a:normAutofit fontScale="55000" lnSpcReduction="2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IE" b="1" dirty="0">
                <a:latin typeface="Verdana" panose="020B0604030504040204" pitchFamily="34" charset="0"/>
                <a:ea typeface="Verdana" panose="020B0604030504040204" pitchFamily="34" charset="0"/>
              </a:rPr>
              <a:t>Model 1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IE" dirty="0">
                <a:latin typeface="Verdana" panose="020B0604030504040204" pitchFamily="34" charset="0"/>
                <a:ea typeface="Verdana" panose="020B0604030504040204" pitchFamily="34" charset="0"/>
              </a:rPr>
              <a:t>Statistically significant effects among most controls – not turnout, GDP or governmental support.</a:t>
            </a:r>
          </a:p>
          <a:p>
            <a:pPr marL="0" indent="0">
              <a:lnSpc>
                <a:spcPct val="120000"/>
              </a:lnSpc>
              <a:buNone/>
            </a:pPr>
            <a:endParaRPr lang="en-IE" sz="18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IE" b="1" dirty="0">
                <a:latin typeface="Verdana" panose="020B0604030504040204" pitchFamily="34" charset="0"/>
                <a:ea typeface="Verdana" panose="020B0604030504040204" pitchFamily="34" charset="0"/>
              </a:rPr>
              <a:t>Model 2</a:t>
            </a:r>
          </a:p>
          <a:p>
            <a:pPr>
              <a:lnSpc>
                <a:spcPct val="120000"/>
              </a:lnSpc>
            </a:pPr>
            <a:r>
              <a:rPr lang="en-IE" dirty="0">
                <a:latin typeface="Verdana" panose="020B0604030504040204" pitchFamily="34" charset="0"/>
                <a:ea typeface="Verdana" panose="020B0604030504040204" pitchFamily="34" charset="0"/>
              </a:rPr>
              <a:t>GDP becomes significant</a:t>
            </a:r>
          </a:p>
          <a:p>
            <a:pPr>
              <a:lnSpc>
                <a:spcPct val="120000"/>
              </a:lnSpc>
            </a:pPr>
            <a:r>
              <a:rPr lang="en-IE" dirty="0">
                <a:latin typeface="Verdana" panose="020B0604030504040204" pitchFamily="34" charset="0"/>
                <a:ea typeface="Verdana" panose="020B0604030504040204" pitchFamily="34" charset="0"/>
              </a:rPr>
              <a:t>Both RLP positions are significant.</a:t>
            </a:r>
          </a:p>
          <a:p>
            <a:pPr>
              <a:lnSpc>
                <a:spcPct val="120000"/>
              </a:lnSpc>
            </a:pPr>
            <a:r>
              <a:rPr lang="en-IE" dirty="0">
                <a:latin typeface="Verdana" panose="020B0604030504040204" pitchFamily="34" charset="0"/>
                <a:ea typeface="Verdana" panose="020B0604030504040204" pitchFamily="34" charset="0"/>
              </a:rPr>
              <a:t>Reject null hypotheses of H1 and H2.</a:t>
            </a:r>
          </a:p>
          <a:p>
            <a:pPr marL="0" indent="0">
              <a:lnSpc>
                <a:spcPct val="120000"/>
              </a:lnSpc>
              <a:buNone/>
            </a:pPr>
            <a:endParaRPr lang="en-IE" sz="18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IE" b="1" dirty="0">
                <a:latin typeface="Verdana" panose="020B0604030504040204" pitchFamily="34" charset="0"/>
                <a:ea typeface="Verdana" panose="020B0604030504040204" pitchFamily="34" charset="0"/>
              </a:rPr>
              <a:t>Model 3</a:t>
            </a:r>
          </a:p>
          <a:p>
            <a:pPr>
              <a:lnSpc>
                <a:spcPct val="120000"/>
              </a:lnSpc>
            </a:pPr>
            <a:r>
              <a:rPr lang="en-IE" dirty="0">
                <a:latin typeface="Verdana" panose="020B0604030504040204" pitchFamily="34" charset="0"/>
                <a:ea typeface="Verdana" panose="020B0604030504040204" pitchFamily="34" charset="0"/>
              </a:rPr>
              <a:t>Interaction effect – statistically significant on econ.</a:t>
            </a:r>
          </a:p>
          <a:p>
            <a:pPr>
              <a:lnSpc>
                <a:spcPct val="120000"/>
              </a:lnSpc>
            </a:pPr>
            <a:r>
              <a:rPr lang="en-IE" b="1" dirty="0">
                <a:solidFill>
                  <a:srgbClr val="CC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RLP moderation is conditional on SD position</a:t>
            </a:r>
            <a:r>
              <a:rPr lang="en-IE" dirty="0">
                <a:latin typeface="Verdana" panose="020B0604030504040204" pitchFamily="34" charset="0"/>
                <a:ea typeface="Verdana" panose="020B0604030504040204" pitchFamily="34" charset="0"/>
              </a:rPr>
              <a:t>, if SD is more right-wing, it is associated with a decrease in RLP vote share.</a:t>
            </a:r>
          </a:p>
          <a:p>
            <a:pPr>
              <a:lnSpc>
                <a:spcPct val="120000"/>
              </a:lnSpc>
            </a:pPr>
            <a:r>
              <a:rPr lang="en-IE" dirty="0">
                <a:latin typeface="Verdana" panose="020B0604030504040204" pitchFamily="34" charset="0"/>
                <a:ea typeface="Verdana" panose="020B0604030504040204" pitchFamily="34" charset="0"/>
              </a:rPr>
              <a:t>Coefficient becomes +0.006 – a 0.6% increase.</a:t>
            </a:r>
          </a:p>
          <a:p>
            <a:pPr>
              <a:lnSpc>
                <a:spcPct val="120000"/>
              </a:lnSpc>
            </a:pPr>
            <a:r>
              <a:rPr lang="en-IE" dirty="0">
                <a:latin typeface="Verdana" panose="020B0604030504040204" pitchFamily="34" charset="0"/>
                <a:ea typeface="Verdana" panose="020B0604030504040204" pitchFamily="34" charset="0"/>
              </a:rPr>
              <a:t>Cannot reject H4 – can reject H3.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6FD914-7B2F-6DA4-2B55-76CA32C8D9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6018" y="365125"/>
            <a:ext cx="4734853" cy="6309360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ABE31319-6907-8643-5B96-F368FFA865B5}"/>
              </a:ext>
            </a:extLst>
          </p:cNvPr>
          <p:cNvSpPr txBox="1">
            <a:spLocks/>
          </p:cNvSpPr>
          <p:nvPr/>
        </p:nvSpPr>
        <p:spPr>
          <a:xfrm>
            <a:off x="838199" y="365125"/>
            <a:ext cx="5507736" cy="676275"/>
          </a:xfrm>
          <a:prstGeom prst="rect">
            <a:avLst/>
          </a:prstGeom>
          <a:solidFill>
            <a:srgbClr val="CC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2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anose="020B0604030504040204" pitchFamily="34" charset="0"/>
                <a:ea typeface="Verdana" panose="020B0604030504040204" pitchFamily="34" charset="0"/>
              </a:rPr>
              <a:t>Replication of regression</a:t>
            </a:r>
            <a:endParaRPr lang="en-IE" sz="24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77234D4-4422-4A0A-94DC-3CB188D5CDB3}"/>
              </a:ext>
            </a:extLst>
          </p:cNvPr>
          <p:cNvSpPr/>
          <p:nvPr/>
        </p:nvSpPr>
        <p:spPr>
          <a:xfrm>
            <a:off x="7188200" y="3693159"/>
            <a:ext cx="4490720" cy="60790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1347006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8549CF-B07C-C514-4A0B-D2EA0BD139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867" y="1718734"/>
            <a:ext cx="4326465" cy="4512734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IE" sz="2400" dirty="0"/>
              <a:t>Marginal effects plot illustrates the effect of the interaction.</a:t>
            </a:r>
          </a:p>
          <a:p>
            <a:pPr>
              <a:lnSpc>
                <a:spcPct val="100000"/>
              </a:lnSpc>
            </a:pPr>
            <a:r>
              <a:rPr lang="en-IE" sz="2400" dirty="0"/>
              <a:t>It shows the more left the SD, the greater the effect of RLP moderation.</a:t>
            </a:r>
          </a:p>
          <a:p>
            <a:pPr>
              <a:lnSpc>
                <a:spcPct val="100000"/>
              </a:lnSpc>
            </a:pPr>
            <a:r>
              <a:rPr lang="en-IE" sz="2400" dirty="0"/>
              <a:t>The associated increase in vote share of a unit increase in the log position of RLP on vote share is on average conditioned by SD position.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3CCDA1-9B27-1059-5AA0-14B938D639E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484"/>
          <a:stretch>
            <a:fillRect/>
          </a:stretch>
        </p:blipFill>
        <p:spPr>
          <a:xfrm>
            <a:off x="4758604" y="1718734"/>
            <a:ext cx="6891529" cy="421488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0BAEB18-3533-0AA4-CD02-17B5961993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0672" y="5717790"/>
            <a:ext cx="6149848" cy="556609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A9953207-872C-F54B-B227-FE1AD8DC1827}"/>
              </a:ext>
            </a:extLst>
          </p:cNvPr>
          <p:cNvSpPr txBox="1">
            <a:spLocks/>
          </p:cNvSpPr>
          <p:nvPr/>
        </p:nvSpPr>
        <p:spPr>
          <a:xfrm>
            <a:off x="541867" y="368645"/>
            <a:ext cx="10963995" cy="1116203"/>
          </a:xfrm>
          <a:prstGeom prst="rect">
            <a:avLst/>
          </a:prstGeom>
          <a:solidFill>
            <a:srgbClr val="CC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anose="020B0604030504040204" pitchFamily="34" charset="0"/>
                <a:ea typeface="Verdana" panose="020B0604030504040204" pitchFamily="34" charset="0"/>
              </a:rPr>
              <a:t>Marginal effect of economic moderation</a:t>
            </a:r>
            <a:endParaRPr lang="en-IE" sz="36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53152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4E82AF-BB69-1B87-06C2-E7502B4A8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317638-4905-5239-F65E-3C5CD6642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b="1" dirty="0">
                <a:latin typeface="Verdana" panose="020B0604030504040204" pitchFamily="34" charset="0"/>
                <a:ea typeface="Verdana" panose="020B0604030504040204" pitchFamily="34" charset="0"/>
              </a:rPr>
              <a:t>Original Paper – Hypotheses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177605-0AE9-DF41-3F53-2A1C1598DE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08667"/>
            <a:ext cx="10515600" cy="4783666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IE" sz="2000" b="1" dirty="0">
                <a:latin typeface="Verdana" panose="020B0604030504040204" pitchFamily="34" charset="0"/>
                <a:ea typeface="Verdana" panose="020B0604030504040204" pitchFamily="34" charset="0"/>
              </a:rPr>
              <a:t>Core point of Krause (2020): </a:t>
            </a:r>
            <a:r>
              <a:rPr lang="en-IE" sz="2000" dirty="0">
                <a:latin typeface="Verdana" panose="020B0604030504040204" pitchFamily="34" charset="0"/>
                <a:ea typeface="Verdana" panose="020B0604030504040204" pitchFamily="34" charset="0"/>
              </a:rPr>
              <a:t>RLP competition with SDs and (occasionally) alternative Lib-Left parties influences result.</a:t>
            </a:r>
          </a:p>
          <a:p>
            <a:pPr marL="0" indent="0">
              <a:lnSpc>
                <a:spcPct val="110000"/>
              </a:lnSpc>
              <a:buNone/>
            </a:pPr>
            <a:endParaRPr lang="en-IE" sz="2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lnSpc>
                <a:spcPct val="110000"/>
              </a:lnSpc>
              <a:buNone/>
            </a:pPr>
            <a:r>
              <a:rPr lang="en-IE" sz="2000" b="1" u="sng" dirty="0">
                <a:solidFill>
                  <a:srgbClr val="CC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My addition: SD distance from MCR</a:t>
            </a:r>
          </a:p>
          <a:p>
            <a:pPr>
              <a:lnSpc>
                <a:spcPct val="110000"/>
              </a:lnSpc>
            </a:pPr>
            <a:r>
              <a:rPr lang="en-IE" sz="2000" dirty="0">
                <a:latin typeface="Verdana" panose="020B0604030504040204" pitchFamily="34" charset="0"/>
                <a:ea typeface="Verdana" panose="020B0604030504040204" pitchFamily="34" charset="0"/>
              </a:rPr>
              <a:t>Lit on SDs suggests that Third-way moderation and austerity participation hurt SDs.</a:t>
            </a:r>
          </a:p>
          <a:p>
            <a:pPr>
              <a:lnSpc>
                <a:spcPct val="110000"/>
              </a:lnSpc>
            </a:pPr>
            <a:r>
              <a:rPr lang="en-IE" sz="2000" dirty="0">
                <a:latin typeface="Verdana" panose="020B0604030504040204" pitchFamily="34" charset="0"/>
                <a:ea typeface="Verdana" panose="020B0604030504040204" pitchFamily="34" charset="0"/>
              </a:rPr>
              <a:t>In-part this involved blurring the lines between them and Main Centre-right party.</a:t>
            </a:r>
          </a:p>
          <a:p>
            <a:pPr marL="0" indent="0">
              <a:lnSpc>
                <a:spcPct val="110000"/>
              </a:lnSpc>
              <a:buNone/>
            </a:pPr>
            <a:endParaRPr lang="en-IE" sz="2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lnSpc>
                <a:spcPct val="110000"/>
              </a:lnSpc>
              <a:buNone/>
            </a:pPr>
            <a:r>
              <a:rPr lang="en-IE" sz="2000" dirty="0">
                <a:latin typeface="Verdana" panose="020B0604030504040204" pitchFamily="34" charset="0"/>
                <a:ea typeface="Verdana" panose="020B0604030504040204" pitchFamily="34" charset="0"/>
              </a:rPr>
              <a:t>Theoretically this </a:t>
            </a:r>
            <a:r>
              <a:rPr lang="en-IE" sz="2000" b="1" dirty="0">
                <a:latin typeface="Verdana" panose="020B0604030504040204" pitchFamily="34" charset="0"/>
                <a:ea typeface="Verdana" panose="020B0604030504040204" pitchFamily="34" charset="0"/>
              </a:rPr>
              <a:t>should benefit alternative economic issue owners </a:t>
            </a:r>
            <a:r>
              <a:rPr lang="en-IE" sz="2000" dirty="0">
                <a:latin typeface="Verdana" panose="020B0604030504040204" pitchFamily="34" charset="0"/>
                <a:ea typeface="Verdana" panose="020B0604030504040204" pitchFamily="34" charset="0"/>
              </a:rPr>
              <a:t>– RLPs.</a:t>
            </a:r>
          </a:p>
          <a:p>
            <a:pPr>
              <a:lnSpc>
                <a:spcPct val="110000"/>
              </a:lnSpc>
            </a:pPr>
            <a:r>
              <a:rPr lang="en-IE" sz="2000" b="1" dirty="0">
                <a:latin typeface="Verdana" panose="020B0604030504040204" pitchFamily="34" charset="0"/>
                <a:ea typeface="Verdana" panose="020B0604030504040204" pitchFamily="34" charset="0"/>
              </a:rPr>
              <a:t>Argument: </a:t>
            </a:r>
            <a:r>
              <a:rPr lang="en-IE" sz="2000" dirty="0">
                <a:latin typeface="Verdana" panose="020B0604030504040204" pitchFamily="34" charset="0"/>
                <a:ea typeface="Verdana" panose="020B0604030504040204" pitchFamily="34" charset="0"/>
              </a:rPr>
              <a:t>The smaller the difference between SD and MCR on economics, the more likely RLPs increase their vote share.</a:t>
            </a:r>
          </a:p>
          <a:p>
            <a:pPr>
              <a:lnSpc>
                <a:spcPct val="110000"/>
              </a:lnSpc>
            </a:pPr>
            <a:r>
              <a:rPr lang="en-IE" sz="2000" b="1" dirty="0">
                <a:latin typeface="Verdana" panose="020B0604030504040204" pitchFamily="34" charset="0"/>
                <a:ea typeface="Verdana" panose="020B0604030504040204" pitchFamily="34" charset="0"/>
              </a:rPr>
              <a:t>Interaction effect: RLPs positions may be related to SD-MCR distance.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A4FB649-8B46-C370-2278-01E74B598448}"/>
              </a:ext>
            </a:extLst>
          </p:cNvPr>
          <p:cNvSpPr txBox="1">
            <a:spLocks/>
          </p:cNvSpPr>
          <p:nvPr/>
        </p:nvSpPr>
        <p:spPr>
          <a:xfrm>
            <a:off x="838200" y="255397"/>
            <a:ext cx="10515600" cy="1116203"/>
          </a:xfrm>
          <a:prstGeom prst="rect">
            <a:avLst/>
          </a:prstGeom>
          <a:solidFill>
            <a:srgbClr val="CC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IE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anose="020B0604030504040204" pitchFamily="34" charset="0"/>
                <a:ea typeface="Verdana" panose="020B0604030504040204" pitchFamily="34" charset="0"/>
              </a:rPr>
              <a:t>Extension - Theory</a:t>
            </a:r>
          </a:p>
        </p:txBody>
      </p:sp>
    </p:spTree>
    <p:extLst>
      <p:ext uri="{BB962C8B-B14F-4D97-AF65-F5344CB8AC3E}">
        <p14:creationId xmlns:p14="http://schemas.microsoft.com/office/powerpoint/2010/main" val="19612473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2C36383C-AE02-8CAA-1FFA-30B4276810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1681" y="3062236"/>
            <a:ext cx="3848637" cy="733527"/>
          </a:xfrm>
          <a:prstGeom prst="rect">
            <a:avLst/>
          </a:prstGeom>
        </p:spPr>
      </p:pic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33D1ED65-7FAB-DA62-1653-07B6230945C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7939384"/>
              </p:ext>
            </p:extLst>
          </p:nvPr>
        </p:nvGraphicFramePr>
        <p:xfrm>
          <a:off x="579965" y="1825625"/>
          <a:ext cx="11032068" cy="416560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{9DCAF9ED-07DC-4A11-8D7F-57B35C25682E}</a:tableStyleId>
              </a:tblPr>
              <a:tblGrid>
                <a:gridCol w="2302934">
                  <a:extLst>
                    <a:ext uri="{9D8B030D-6E8A-4147-A177-3AD203B41FA5}">
                      <a16:colId xmlns:a16="http://schemas.microsoft.com/office/drawing/2014/main" val="3337447140"/>
                    </a:ext>
                  </a:extLst>
                </a:gridCol>
                <a:gridCol w="3213100">
                  <a:extLst>
                    <a:ext uri="{9D8B030D-6E8A-4147-A177-3AD203B41FA5}">
                      <a16:colId xmlns:a16="http://schemas.microsoft.com/office/drawing/2014/main" val="676630536"/>
                    </a:ext>
                  </a:extLst>
                </a:gridCol>
                <a:gridCol w="2758017">
                  <a:extLst>
                    <a:ext uri="{9D8B030D-6E8A-4147-A177-3AD203B41FA5}">
                      <a16:colId xmlns:a16="http://schemas.microsoft.com/office/drawing/2014/main" val="4038781787"/>
                    </a:ext>
                  </a:extLst>
                </a:gridCol>
                <a:gridCol w="2758017">
                  <a:extLst>
                    <a:ext uri="{9D8B030D-6E8A-4147-A177-3AD203B41FA5}">
                      <a16:colId xmlns:a16="http://schemas.microsoft.com/office/drawing/2014/main" val="34500399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E" sz="2400" dirty="0"/>
                        <a:t>Election</a:t>
                      </a:r>
                    </a:p>
                  </a:txBody>
                  <a:tcPr anchor="ctr">
                    <a:lnL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dirty="0"/>
                        <a:t>Party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dirty="0"/>
                        <a:t>Percent change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dirty="0"/>
                        <a:t>Party family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465466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pPr algn="ctr"/>
                      <a:r>
                        <a:rPr lang="en-IE" b="1" dirty="0">
                          <a:solidFill>
                            <a:schemeClr val="bg1"/>
                          </a:solidFill>
                        </a:rPr>
                        <a:t>Greece May 2012</a:t>
                      </a:r>
                    </a:p>
                  </a:txBody>
                  <a:tcPr anchor="ctr">
                    <a:lnL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002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SYRIZA</a:t>
                      </a:r>
                    </a:p>
                  </a:txBody>
                  <a:tcPr anchor="ctr">
                    <a:lnL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+12%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RLP</a:t>
                      </a:r>
                    </a:p>
                  </a:txBody>
                  <a:tcPr anchor="ctr">
                    <a:lnL>
                      <a:noFill/>
                    </a:lnL>
                    <a:lnR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5545752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PASOK</a:t>
                      </a:r>
                    </a:p>
                  </a:txBody>
                  <a:tcPr anchor="ctr">
                    <a:lnL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-30.7%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SD</a:t>
                      </a:r>
                    </a:p>
                  </a:txBody>
                  <a:tcPr anchor="ctr">
                    <a:lnL>
                      <a:noFill/>
                    </a:lnL>
                    <a:lnR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31721512"/>
                  </a:ext>
                </a:extLst>
              </a:tr>
              <a:tr h="370840">
                <a:tc rowSpan="3">
                  <a:txBody>
                    <a:bodyPr/>
                    <a:lstStyle/>
                    <a:p>
                      <a:pPr algn="ctr"/>
                      <a:r>
                        <a:rPr lang="en-IE" b="1" dirty="0">
                          <a:solidFill>
                            <a:schemeClr val="bg1"/>
                          </a:solidFill>
                        </a:rPr>
                        <a:t>Ireland 2016</a:t>
                      </a:r>
                    </a:p>
                  </a:txBody>
                  <a:tcPr anchor="ctr">
                    <a:lnL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002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AAA-PBP</a:t>
                      </a:r>
                    </a:p>
                  </a:txBody>
                  <a:tcPr anchor="ctr">
                    <a:lnL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+1.7%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RLP</a:t>
                      </a:r>
                    </a:p>
                  </a:txBody>
                  <a:tcPr anchor="ctr">
                    <a:lnL>
                      <a:noFill/>
                    </a:lnL>
                    <a:lnR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7012749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Sinn Féin</a:t>
                      </a:r>
                    </a:p>
                  </a:txBody>
                  <a:tcPr anchor="ctr">
                    <a:lnL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+3.9%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RLP*</a:t>
                      </a:r>
                    </a:p>
                  </a:txBody>
                  <a:tcPr anchor="ctr">
                    <a:lnL>
                      <a:noFill/>
                    </a:lnL>
                    <a:lnR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28776082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Labour</a:t>
                      </a:r>
                    </a:p>
                  </a:txBody>
                  <a:tcPr anchor="ctr">
                    <a:lnL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-12.8%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SD</a:t>
                      </a:r>
                    </a:p>
                  </a:txBody>
                  <a:tcPr anchor="ctr">
                    <a:lnL>
                      <a:noFill/>
                    </a:lnL>
                    <a:lnR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98714874"/>
                  </a:ext>
                </a:extLst>
              </a:tr>
              <a:tr h="370840">
                <a:tc rowSpan="3">
                  <a:txBody>
                    <a:bodyPr/>
                    <a:lstStyle/>
                    <a:p>
                      <a:pPr algn="ctr"/>
                      <a:r>
                        <a:rPr lang="en-IE" b="1" dirty="0">
                          <a:solidFill>
                            <a:schemeClr val="bg1"/>
                          </a:solidFill>
                        </a:rPr>
                        <a:t>Netherlands 2017</a:t>
                      </a:r>
                    </a:p>
                  </a:txBody>
                  <a:tcPr anchor="ctr">
                    <a:lnL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002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SP</a:t>
                      </a:r>
                    </a:p>
                  </a:txBody>
                  <a:tcPr anchor="ctr">
                    <a:lnL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-0.5%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RLP</a:t>
                      </a:r>
                    </a:p>
                  </a:txBody>
                  <a:tcPr anchor="ctr">
                    <a:lnL>
                      <a:noFill/>
                    </a:lnL>
                    <a:lnR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3405306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GL</a:t>
                      </a:r>
                    </a:p>
                  </a:txBody>
                  <a:tcPr anchor="ctr">
                    <a:lnL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+6.8%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Green</a:t>
                      </a:r>
                    </a:p>
                  </a:txBody>
                  <a:tcPr anchor="ctr">
                    <a:lnL>
                      <a:noFill/>
                    </a:lnL>
                    <a:lnR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68024984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PvdA</a:t>
                      </a:r>
                    </a:p>
                  </a:txBody>
                  <a:tcPr anchor="ctr">
                    <a:lnL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-19.14%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SD</a:t>
                      </a:r>
                    </a:p>
                  </a:txBody>
                  <a:tcPr anchor="ctr">
                    <a:lnL>
                      <a:noFill/>
                    </a:lnL>
                    <a:lnR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50515901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pPr algn="ctr"/>
                      <a:r>
                        <a:rPr lang="en-IE" b="1" dirty="0">
                          <a:solidFill>
                            <a:schemeClr val="bg1"/>
                          </a:solidFill>
                        </a:rPr>
                        <a:t>Spain 2015</a:t>
                      </a:r>
                    </a:p>
                  </a:txBody>
                  <a:tcPr anchor="ctr">
                    <a:lnL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002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Podemos</a:t>
                      </a:r>
                    </a:p>
                  </a:txBody>
                  <a:tcPr anchor="ctr">
                    <a:lnL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+20.7%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RLP</a:t>
                      </a:r>
                    </a:p>
                  </a:txBody>
                  <a:tcPr anchor="ctr">
                    <a:lnL>
                      <a:noFill/>
                    </a:lnL>
                    <a:lnR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0047801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PSOE</a:t>
                      </a:r>
                    </a:p>
                  </a:txBody>
                  <a:tcPr anchor="ctr">
                    <a:lnL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-6.8%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SD</a:t>
                      </a:r>
                    </a:p>
                  </a:txBody>
                  <a:tcPr anchor="ctr">
                    <a:lnL>
                      <a:noFill/>
                    </a:lnL>
                    <a:lnR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ap="flat" cmpd="sng" algn="ctr">
                      <a:solidFill>
                        <a:srgbClr val="A500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84409230"/>
                  </a:ext>
                </a:extLst>
              </a:tr>
            </a:tbl>
          </a:graphicData>
        </a:graphic>
      </p:graphicFrame>
      <p:sp>
        <p:nvSpPr>
          <p:cNvPr id="5" name="Title 1">
            <a:extLst>
              <a:ext uri="{FF2B5EF4-FFF2-40B4-BE49-F238E27FC236}">
                <a16:creationId xmlns:a16="http://schemas.microsoft.com/office/drawing/2014/main" id="{C43CBEDF-D2E2-62CE-B864-48321928B12A}"/>
              </a:ext>
            </a:extLst>
          </p:cNvPr>
          <p:cNvSpPr txBox="1">
            <a:spLocks/>
          </p:cNvSpPr>
          <p:nvPr/>
        </p:nvSpPr>
        <p:spPr>
          <a:xfrm>
            <a:off x="838200" y="255397"/>
            <a:ext cx="10515600" cy="1116203"/>
          </a:xfrm>
          <a:prstGeom prst="rect">
            <a:avLst/>
          </a:prstGeom>
          <a:solidFill>
            <a:srgbClr val="CC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IE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anose="020B0604030504040204" pitchFamily="34" charset="0"/>
                <a:ea typeface="Verdana" panose="020B0604030504040204" pitchFamily="34" charset="0"/>
              </a:rPr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5481521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7764B9-16E9-7189-E5CB-BA7FD135DF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E" sz="2400" dirty="0">
                <a:latin typeface="Verdana" panose="020B0604030504040204" pitchFamily="34" charset="0"/>
                <a:ea typeface="Verdana" panose="020B0604030504040204" pitchFamily="34" charset="0"/>
              </a:rPr>
              <a:t>Used previously coded data for masters thesis which codes for key centre-right party per election and MAPOR data.</a:t>
            </a:r>
          </a:p>
          <a:p>
            <a:endParaRPr lang="en-IE" sz="2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IE" sz="2400" b="1" dirty="0">
                <a:latin typeface="Verdana" panose="020B0604030504040204" pitchFamily="34" charset="0"/>
                <a:ea typeface="Verdana" panose="020B0604030504040204" pitchFamily="34" charset="0"/>
              </a:rPr>
              <a:t>Steps:</a:t>
            </a:r>
          </a:p>
          <a:p>
            <a:pPr lvl="1"/>
            <a:r>
              <a:rPr lang="en-IE" sz="2000" dirty="0">
                <a:latin typeface="Verdana" panose="020B0604030504040204" pitchFamily="34" charset="0"/>
                <a:ea typeface="Verdana" panose="020B0604030504040204" pitchFamily="34" charset="0"/>
              </a:rPr>
              <a:t>Code MAPOR data in-line with Lowe, et al. (2011) – as done by paper.</a:t>
            </a:r>
          </a:p>
          <a:p>
            <a:pPr lvl="1"/>
            <a:r>
              <a:rPr lang="en-IE" sz="2000" dirty="0">
                <a:latin typeface="Verdana" panose="020B0604030504040204" pitchFamily="34" charset="0"/>
                <a:ea typeface="Verdana" panose="020B0604030504040204" pitchFamily="34" charset="0"/>
              </a:rPr>
              <a:t>Calculate difference in position between parties – aggregating results and log transform.</a:t>
            </a:r>
          </a:p>
          <a:p>
            <a:pPr lvl="1"/>
            <a:r>
              <a:rPr lang="en-IE" sz="2000" dirty="0">
                <a:latin typeface="Verdana" panose="020B0604030504040204" pitchFamily="34" charset="0"/>
                <a:ea typeface="Verdana" panose="020B0604030504040204" pitchFamily="34" charset="0"/>
              </a:rPr>
              <a:t>Additional interaction variables between RLP positions and this difference. </a:t>
            </a:r>
          </a:p>
          <a:p>
            <a:pPr marL="0" indent="0">
              <a:buNone/>
            </a:pPr>
            <a:endParaRPr lang="en-IE" sz="2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IE" sz="2400" dirty="0">
                <a:latin typeface="Verdana" panose="020B0604030504040204" pitchFamily="34" charset="0"/>
                <a:ea typeface="Verdana" panose="020B0604030504040204" pitchFamily="34" charset="0"/>
              </a:rPr>
              <a:t>Ran four models – removing SD position in two case of collinearity, adding interaction effects in one of each case.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FA2295A-ED21-4708-E973-37F77AAAED9C}"/>
              </a:ext>
            </a:extLst>
          </p:cNvPr>
          <p:cNvSpPr txBox="1">
            <a:spLocks/>
          </p:cNvSpPr>
          <p:nvPr/>
        </p:nvSpPr>
        <p:spPr>
          <a:xfrm>
            <a:off x="838200" y="255397"/>
            <a:ext cx="10515600" cy="1116203"/>
          </a:xfrm>
          <a:prstGeom prst="rect">
            <a:avLst/>
          </a:prstGeom>
          <a:solidFill>
            <a:srgbClr val="CC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IE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anose="020B0604030504040204" pitchFamily="34" charset="0"/>
                <a:ea typeface="Verdana" panose="020B0604030504040204" pitchFamily="34" charset="0"/>
              </a:rPr>
              <a:t>What I did</a:t>
            </a:r>
          </a:p>
        </p:txBody>
      </p:sp>
    </p:spTree>
    <p:extLst>
      <p:ext uri="{BB962C8B-B14F-4D97-AF65-F5344CB8AC3E}">
        <p14:creationId xmlns:p14="http://schemas.microsoft.com/office/powerpoint/2010/main" val="5191727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1591D-57BD-651B-7BB4-6DFEDEE37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836B4EC-1622-C3F0-1EF4-BD97B9A0E5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22923" cy="4351338"/>
          </a:xfrm>
        </p:spPr>
        <p:txBody>
          <a:bodyPr/>
          <a:lstStyle/>
          <a:p>
            <a:pPr marL="0" indent="0">
              <a:buNone/>
            </a:pPr>
            <a:r>
              <a:rPr lang="en-IE" b="1" dirty="0"/>
              <a:t>4 models</a:t>
            </a:r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Both distance variables.</a:t>
            </a:r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Distance and interaction.</a:t>
            </a:r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Removal of SD positional vars, with distance.</a:t>
            </a:r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Removal of SD positional vars, with distance and interaction.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B0EF552-A465-C3BF-726C-157D203C75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069" y="311403"/>
            <a:ext cx="5501050" cy="6235194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7D825033-A05F-D000-7456-FCD4D59FD935}"/>
              </a:ext>
            </a:extLst>
          </p:cNvPr>
          <p:cNvSpPr txBox="1">
            <a:spLocks/>
          </p:cNvSpPr>
          <p:nvPr/>
        </p:nvSpPr>
        <p:spPr>
          <a:xfrm>
            <a:off x="645793" y="387672"/>
            <a:ext cx="5507736" cy="1128068"/>
          </a:xfrm>
          <a:prstGeom prst="rect">
            <a:avLst/>
          </a:prstGeom>
          <a:solidFill>
            <a:srgbClr val="CC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anose="020B0604030504040204" pitchFamily="34" charset="0"/>
                <a:ea typeface="Verdana" panose="020B0604030504040204" pitchFamily="34" charset="0"/>
              </a:rPr>
              <a:t>Extension</a:t>
            </a:r>
          </a:p>
          <a:p>
            <a:pPr algn="ctr"/>
            <a:r>
              <a:rPr lang="en-GB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anose="020B0604030504040204" pitchFamily="34" charset="0"/>
                <a:ea typeface="Verdana" panose="020B0604030504040204" pitchFamily="34" charset="0"/>
              </a:rPr>
              <a:t>regression</a:t>
            </a:r>
            <a:endParaRPr lang="en-IE" sz="34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39638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2E03BC-F8D4-3310-56F6-76508E17B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330ACF-692C-9E53-8051-14CE8F467A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507736" cy="4482041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IE" dirty="0"/>
              <a:t>Both include SD positioning.</a:t>
            </a:r>
          </a:p>
          <a:p>
            <a:pPr marL="0" indent="0">
              <a:buNone/>
            </a:pPr>
            <a:endParaRPr lang="en-IE" dirty="0"/>
          </a:p>
          <a:p>
            <a:pPr marL="0" indent="0">
              <a:buNone/>
            </a:pPr>
            <a:r>
              <a:rPr lang="en-IE" b="1" dirty="0"/>
              <a:t>Model 1</a:t>
            </a:r>
          </a:p>
          <a:p>
            <a:r>
              <a:rPr lang="en-IE" sz="2600" dirty="0"/>
              <a:t>Results largely resemble Krause (2020). </a:t>
            </a:r>
          </a:p>
          <a:p>
            <a:r>
              <a:rPr lang="en-IE" sz="2600" dirty="0"/>
              <a:t>SD-MCR non-econ distance marginally significant, positive.</a:t>
            </a:r>
          </a:p>
          <a:p>
            <a:endParaRPr lang="en-IE" sz="2600" dirty="0"/>
          </a:p>
          <a:p>
            <a:pPr marL="0" indent="0">
              <a:buNone/>
            </a:pPr>
            <a:r>
              <a:rPr lang="en-IE" b="1" dirty="0"/>
              <a:t>Model 2</a:t>
            </a:r>
          </a:p>
          <a:p>
            <a:pPr marL="0" indent="0">
              <a:buNone/>
            </a:pPr>
            <a:r>
              <a:rPr lang="en-IE" sz="2600" dirty="0"/>
              <a:t>Including interaction effect completely removes RLP position significance. </a:t>
            </a:r>
          </a:p>
          <a:p>
            <a:pPr marL="0" indent="0">
              <a:buNone/>
            </a:pPr>
            <a:endParaRPr lang="en-I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FE01FCB-F665-83ED-86AE-1CA2C22F0D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4037" y="173736"/>
            <a:ext cx="4024830" cy="6510528"/>
          </a:xfrm>
          <a:prstGeom prst="rect">
            <a:avLst/>
          </a:prstGeom>
          <a:ln w="57150">
            <a:solidFill>
              <a:schemeClr val="tx1"/>
            </a:solidFill>
          </a:ln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766FD3F-15C1-B907-EA4A-5AEFAF1B028C}"/>
              </a:ext>
            </a:extLst>
          </p:cNvPr>
          <p:cNvSpPr/>
          <p:nvPr/>
        </p:nvSpPr>
        <p:spPr>
          <a:xfrm>
            <a:off x="8004036" y="4825661"/>
            <a:ext cx="3908563" cy="148200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0868ADE-C5E5-BE0A-C44C-54F76648A238}"/>
              </a:ext>
            </a:extLst>
          </p:cNvPr>
          <p:cNvSpPr txBox="1">
            <a:spLocks/>
          </p:cNvSpPr>
          <p:nvPr/>
        </p:nvSpPr>
        <p:spPr>
          <a:xfrm>
            <a:off x="838200" y="396139"/>
            <a:ext cx="5507736" cy="1128068"/>
          </a:xfrm>
          <a:prstGeom prst="rect">
            <a:avLst/>
          </a:prstGeom>
          <a:solidFill>
            <a:srgbClr val="CC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anose="020B0604030504040204" pitchFamily="34" charset="0"/>
                <a:ea typeface="Verdana" panose="020B0604030504040204" pitchFamily="34" charset="0"/>
              </a:rPr>
              <a:t>Extension Regression: Models 1 &amp; 2</a:t>
            </a:r>
            <a:endParaRPr lang="en-IE" sz="34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22149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D1701-007E-254B-D5EA-336BE523D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13E822B-7036-87AF-5274-089CE2BEFC50}"/>
              </a:ext>
            </a:extLst>
          </p:cNvPr>
          <p:cNvSpPr/>
          <p:nvPr/>
        </p:nvSpPr>
        <p:spPr>
          <a:xfrm>
            <a:off x="8167639" y="208849"/>
            <a:ext cx="3820146" cy="6440302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6422F9-AE2D-329A-598E-1F3E0199D9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71068" cy="4823526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IE" sz="1600" dirty="0"/>
              <a:t>Both remove SD positioning.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IE" sz="1600" b="1" dirty="0"/>
              <a:t>Model 3</a:t>
            </a:r>
          </a:p>
          <a:p>
            <a:pPr>
              <a:lnSpc>
                <a:spcPct val="120000"/>
              </a:lnSpc>
            </a:pPr>
            <a:r>
              <a:rPr lang="en-IE" sz="1600" dirty="0"/>
              <a:t>Results largely resemble Krause (2020). </a:t>
            </a:r>
          </a:p>
          <a:p>
            <a:pPr>
              <a:lnSpc>
                <a:spcPct val="120000"/>
              </a:lnSpc>
            </a:pPr>
            <a:r>
              <a:rPr lang="en-IE" sz="1600" dirty="0"/>
              <a:t>SD-MCR non-econ distance marginally significant, positive.</a:t>
            </a:r>
            <a:endParaRPr lang="en-IE" sz="1600" b="1" dirty="0"/>
          </a:p>
          <a:p>
            <a:pPr marL="0" indent="0">
              <a:lnSpc>
                <a:spcPct val="120000"/>
              </a:lnSpc>
              <a:buNone/>
            </a:pPr>
            <a:r>
              <a:rPr lang="en-IE" sz="1600" b="1" dirty="0"/>
              <a:t>Model 4</a:t>
            </a:r>
          </a:p>
          <a:p>
            <a:pPr>
              <a:lnSpc>
                <a:spcPct val="120000"/>
              </a:lnSpc>
            </a:pPr>
            <a:r>
              <a:rPr lang="en-IE" sz="1600" dirty="0"/>
              <a:t>Including interaction effect completely removes RLP position significance. </a:t>
            </a:r>
          </a:p>
          <a:p>
            <a:pPr>
              <a:lnSpc>
                <a:spcPct val="120000"/>
              </a:lnSpc>
            </a:pPr>
            <a:r>
              <a:rPr lang="en-IE" sz="1600" dirty="0">
                <a:solidFill>
                  <a:srgbClr val="FF0000"/>
                </a:solidFill>
              </a:rPr>
              <a:t>Suggests that effect of RLP positioning may be conditional on MCR-SD distance.</a:t>
            </a:r>
          </a:p>
          <a:p>
            <a:pPr>
              <a:lnSpc>
                <a:spcPct val="120000"/>
              </a:lnSpc>
            </a:pPr>
            <a:r>
              <a:rPr lang="en-IE" sz="1600" dirty="0">
                <a:solidFill>
                  <a:srgbClr val="FF0000"/>
                </a:solidFill>
              </a:rPr>
              <a:t>But testing for correlation – may be some collinearity – Pearson correlation coefficient is 0.59.</a:t>
            </a:r>
            <a:endParaRPr lang="en-IE" sz="1600" dirty="0"/>
          </a:p>
          <a:p>
            <a:pPr marL="0" indent="0">
              <a:lnSpc>
                <a:spcPct val="120000"/>
              </a:lnSpc>
              <a:buNone/>
            </a:pPr>
            <a:endParaRPr lang="en-IE" sz="1600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492A40D-13B9-BDAD-9204-663DB424EF7F}"/>
              </a:ext>
            </a:extLst>
          </p:cNvPr>
          <p:cNvGrpSpPr/>
          <p:nvPr/>
        </p:nvGrpSpPr>
        <p:grpSpPr>
          <a:xfrm>
            <a:off x="8293608" y="262956"/>
            <a:ext cx="3542460" cy="6224312"/>
            <a:chOff x="8004037" y="173736"/>
            <a:chExt cx="3671907" cy="6510528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B65C2A4C-C975-2337-D134-456658CC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200" r="61159"/>
            <a:stretch>
              <a:fillRect/>
            </a:stretch>
          </p:blipFill>
          <p:spPr>
            <a:xfrm>
              <a:off x="8004037" y="365124"/>
              <a:ext cx="1563296" cy="6302205"/>
            </a:xfrm>
            <a:prstGeom prst="rect">
              <a:avLst/>
            </a:prstGeom>
            <a:ln w="57150">
              <a:noFill/>
            </a:ln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AA60A2C-5C41-794F-CADB-4BC84587A2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67333" y="173736"/>
              <a:ext cx="2108611" cy="6510528"/>
            </a:xfrm>
            <a:prstGeom prst="rect">
              <a:avLst/>
            </a:prstGeom>
          </p:spPr>
        </p:pic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1FE6A54A-A78C-66A1-160E-BF85BDCA7DFE}"/>
              </a:ext>
            </a:extLst>
          </p:cNvPr>
          <p:cNvSpPr/>
          <p:nvPr/>
        </p:nvSpPr>
        <p:spPr>
          <a:xfrm>
            <a:off x="8293608" y="4681729"/>
            <a:ext cx="3542460" cy="143967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4EF36AB6-EEB2-2EC9-188C-6C42CC06FA04}"/>
              </a:ext>
            </a:extLst>
          </p:cNvPr>
          <p:cNvSpPr txBox="1">
            <a:spLocks/>
          </p:cNvSpPr>
          <p:nvPr/>
        </p:nvSpPr>
        <p:spPr>
          <a:xfrm>
            <a:off x="838200" y="396139"/>
            <a:ext cx="5507736" cy="1128068"/>
          </a:xfrm>
          <a:prstGeom prst="rect">
            <a:avLst/>
          </a:prstGeom>
          <a:solidFill>
            <a:srgbClr val="CC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anose="020B0604030504040204" pitchFamily="34" charset="0"/>
                <a:ea typeface="Verdana" panose="020B0604030504040204" pitchFamily="34" charset="0"/>
              </a:rPr>
              <a:t>Extension Regression: Models 3 &amp; 4</a:t>
            </a:r>
            <a:endParaRPr lang="en-IE" sz="34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5C9D859-1EE5-5093-65E8-B7C8EE5DC93A}"/>
              </a:ext>
            </a:extLst>
          </p:cNvPr>
          <p:cNvSpPr/>
          <p:nvPr/>
        </p:nvSpPr>
        <p:spPr>
          <a:xfrm>
            <a:off x="10947400" y="3285066"/>
            <a:ext cx="901542" cy="8720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23621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B15701-F9E4-B590-06CD-F0365BC326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7092"/>
            <a:ext cx="10515600" cy="4636236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20000"/>
              </a:lnSpc>
            </a:pPr>
            <a:r>
              <a:rPr lang="en-IE" dirty="0">
                <a:latin typeface="Verdana" panose="020B0604030504040204" pitchFamily="34" charset="0"/>
                <a:ea typeface="Verdana" panose="020B0604030504040204" pitchFamily="34" charset="0"/>
              </a:rPr>
              <a:t>Non-significant effect of SD-MCR distance on economic or culture.</a:t>
            </a:r>
          </a:p>
          <a:p>
            <a:pPr>
              <a:lnSpc>
                <a:spcPct val="120000"/>
              </a:lnSpc>
            </a:pPr>
            <a:r>
              <a:rPr lang="en-IE" dirty="0">
                <a:latin typeface="Verdana" panose="020B0604030504040204" pitchFamily="34" charset="0"/>
                <a:ea typeface="Verdana" panose="020B0604030504040204" pitchFamily="34" charset="0"/>
              </a:rPr>
              <a:t>Including interaction variable – unlike Krause (2020) interaction – significance of RLP positions are lost. </a:t>
            </a:r>
          </a:p>
          <a:p>
            <a:pPr lvl="1">
              <a:lnSpc>
                <a:spcPct val="120000"/>
              </a:lnSpc>
            </a:pPr>
            <a:r>
              <a:rPr lang="en-IE" i="1" dirty="0">
                <a:latin typeface="Verdana" panose="020B0604030504040204" pitchFamily="34" charset="0"/>
                <a:ea typeface="Verdana" panose="020B0604030504040204" pitchFamily="34" charset="0"/>
              </a:rPr>
              <a:t>Though may Pearson correlation test returns value of 0.59</a:t>
            </a:r>
            <a:endParaRPr lang="en-IE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>
              <a:lnSpc>
                <a:spcPct val="120000"/>
              </a:lnSpc>
            </a:pPr>
            <a:endParaRPr lang="en-IE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IE" dirty="0">
                <a:latin typeface="Verdana" panose="020B0604030504040204" pitchFamily="34" charset="0"/>
                <a:ea typeface="Verdana" panose="020B0604030504040204" pitchFamily="34" charset="0"/>
              </a:rPr>
              <a:t>These findings mean the null hypothesis cannot be rejected: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IE" dirty="0">
                <a:latin typeface="Verdana" panose="020B0604030504040204" pitchFamily="34" charset="0"/>
                <a:ea typeface="Verdana" panose="020B0604030504040204" pitchFamily="34" charset="0"/>
              </a:rPr>
              <a:t> that on average, when holding the additional variables constant – the distance in MCR and SD positions on economic and non-economic issues does not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IE" b="1" dirty="0">
                <a:latin typeface="Verdana" panose="020B0604030504040204" pitchFamily="34" charset="0"/>
                <a:ea typeface="Verdana" panose="020B0604030504040204" pitchFamily="34" charset="0"/>
              </a:rPr>
              <a:t>A potential addition to further test: </a:t>
            </a:r>
            <a:r>
              <a:rPr lang="en-IE" dirty="0">
                <a:latin typeface="Verdana" panose="020B0604030504040204" pitchFamily="34" charset="0"/>
                <a:ea typeface="Verdana" panose="020B0604030504040204" pitchFamily="34" charset="0"/>
              </a:rPr>
              <a:t>limited observations – expand on them</a:t>
            </a:r>
            <a:endParaRPr lang="en-IE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91A372E-D802-6B0D-63AF-BEDE91D56302}"/>
              </a:ext>
            </a:extLst>
          </p:cNvPr>
          <p:cNvSpPr txBox="1">
            <a:spLocks/>
          </p:cNvSpPr>
          <p:nvPr/>
        </p:nvSpPr>
        <p:spPr>
          <a:xfrm>
            <a:off x="838198" y="396139"/>
            <a:ext cx="10515600" cy="1128068"/>
          </a:xfrm>
          <a:prstGeom prst="rect">
            <a:avLst/>
          </a:prstGeom>
          <a:solidFill>
            <a:srgbClr val="CC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anose="020B0604030504040204" pitchFamily="34" charset="0"/>
                <a:ea typeface="Verdana" panose="020B0604030504040204" pitchFamily="34" charset="0"/>
              </a:rPr>
              <a:t>Findings</a:t>
            </a:r>
            <a:endParaRPr lang="en-IE" sz="34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45854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Metropolitan</Template>
  <TotalTime>2391</TotalTime>
  <Words>1346</Words>
  <Application>Microsoft Office PowerPoint</Application>
  <PresentationFormat>Widescreen</PresentationFormat>
  <Paragraphs>192</Paragraphs>
  <Slides>20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Aptos</vt:lpstr>
      <vt:lpstr>Aptos Display</vt:lpstr>
      <vt:lpstr>Arial</vt:lpstr>
      <vt:lpstr>Verdana</vt:lpstr>
      <vt:lpstr>Office Theme</vt:lpstr>
      <vt:lpstr>Two directions for The Left? </vt:lpstr>
      <vt:lpstr>Original Paper – Werner Krause</vt:lpstr>
      <vt:lpstr>PowerPoint Presentation</vt:lpstr>
      <vt:lpstr>Downsian model:  Median voter theorm</vt:lpstr>
      <vt:lpstr>Multidimensional approach</vt:lpstr>
      <vt:lpstr>Original Paper – RLP relevance</vt:lpstr>
      <vt:lpstr>Original Paper – Hypotheses</vt:lpstr>
      <vt:lpstr>Manifesto position coding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Original Paper – Hypotheses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Luka De Lacey</dc:creator>
  <cp:lastModifiedBy>Luka De Lacey</cp:lastModifiedBy>
  <cp:revision>1</cp:revision>
  <dcterms:created xsi:type="dcterms:W3CDTF">2026-03-31T11:49:06Z</dcterms:created>
  <dcterms:modified xsi:type="dcterms:W3CDTF">2026-04-09T14:15:47Z</dcterms:modified>
</cp:coreProperties>
</file>