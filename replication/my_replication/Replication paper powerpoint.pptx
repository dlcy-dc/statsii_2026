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8"/>
  </p:notesMasterIdLst>
  <p:sldIdLst>
    <p:sldId id="256" r:id="rId2"/>
    <p:sldId id="257" r:id="rId3"/>
    <p:sldId id="266" r:id="rId4"/>
    <p:sldId id="267" r:id="rId5"/>
    <p:sldId id="258" r:id="rId6"/>
    <p:sldId id="259" r:id="rId7"/>
    <p:sldId id="274" r:id="rId8"/>
    <p:sldId id="264" r:id="rId9"/>
    <p:sldId id="265" r:id="rId10"/>
    <p:sldId id="262" r:id="rId11"/>
    <p:sldId id="273" r:id="rId12"/>
    <p:sldId id="260" r:id="rId13"/>
    <p:sldId id="263" r:id="rId14"/>
    <p:sldId id="269" r:id="rId15"/>
    <p:sldId id="272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A50021"/>
    <a:srgbClr val="FF505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3046E3-2794-4A4E-B8C9-4205E7AFF188}" v="46" dt="2026-04-09T00:49:44.5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5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a De Lacey" userId="7c5079d1e183509d" providerId="LiveId" clId="{023B67FE-E4C5-42E2-A7E8-295CAE2B4F0E}"/>
    <pc:docChg chg="undo custSel addSld delSld modSld sldOrd">
      <pc:chgData name="Luka De Lacey" userId="7c5079d1e183509d" providerId="LiveId" clId="{023B67FE-E4C5-42E2-A7E8-295CAE2B4F0E}" dt="2026-04-09T00:52:53.909" v="7778" actId="47"/>
      <pc:docMkLst>
        <pc:docMk/>
      </pc:docMkLst>
      <pc:sldChg chg="addSp delSp modSp new mod setBg addAnim modAnim delDesignElem">
        <pc:chgData name="Luka De Lacey" userId="7c5079d1e183509d" providerId="LiveId" clId="{023B67FE-E4C5-42E2-A7E8-295CAE2B4F0E}" dt="2026-04-01T12:18:59.014" v="1262"/>
        <pc:sldMkLst>
          <pc:docMk/>
          <pc:sldMk cId="476583238" sldId="256"/>
        </pc:sldMkLst>
        <pc:spChg chg="mod ord">
          <ac:chgData name="Luka De Lacey" userId="7c5079d1e183509d" providerId="LiveId" clId="{023B67FE-E4C5-42E2-A7E8-295CAE2B4F0E}" dt="2026-04-01T12:11:29.053" v="271" actId="207"/>
          <ac:spMkLst>
            <pc:docMk/>
            <pc:sldMk cId="476583238" sldId="256"/>
            <ac:spMk id="2" creationId="{567CE507-F65B-A6A3-43B9-BBEF0671789D}"/>
          </ac:spMkLst>
        </pc:spChg>
        <pc:spChg chg="mod ord">
          <ac:chgData name="Luka De Lacey" userId="7c5079d1e183509d" providerId="LiveId" clId="{023B67FE-E4C5-42E2-A7E8-295CAE2B4F0E}" dt="2026-04-01T12:11:39.474" v="274" actId="207"/>
          <ac:spMkLst>
            <pc:docMk/>
            <pc:sldMk cId="476583238" sldId="256"/>
            <ac:spMk id="3" creationId="{E5CD8A4C-C664-E7EB-B686-4F1B0CE25572}"/>
          </ac:spMkLst>
        </pc:spChg>
        <pc:spChg chg="add del">
          <ac:chgData name="Luka De Lacey" userId="7c5079d1e183509d" providerId="LiveId" clId="{023B67FE-E4C5-42E2-A7E8-295CAE2B4F0E}" dt="2026-04-01T12:18:59.014" v="1262"/>
          <ac:spMkLst>
            <pc:docMk/>
            <pc:sldMk cId="476583238" sldId="256"/>
            <ac:spMk id="15" creationId="{0A597D97-203B-498B-95D3-E90DC961039F}"/>
          </ac:spMkLst>
        </pc:spChg>
        <pc:spChg chg="add del">
          <ac:chgData name="Luka De Lacey" userId="7c5079d1e183509d" providerId="LiveId" clId="{023B67FE-E4C5-42E2-A7E8-295CAE2B4F0E}" dt="2026-04-01T12:18:59.014" v="1262"/>
          <ac:spMkLst>
            <pc:docMk/>
            <pc:sldMk cId="476583238" sldId="256"/>
            <ac:spMk id="16" creationId="{6A6EF10E-DF41-4BD3-8EB4-6F646531DC26}"/>
          </ac:spMkLst>
        </pc:spChg>
        <pc:picChg chg="add mod ord">
          <ac:chgData name="Luka De Lacey" userId="7c5079d1e183509d" providerId="LiveId" clId="{023B67FE-E4C5-42E2-A7E8-295CAE2B4F0E}" dt="2026-04-01T12:12:16.408" v="280" actId="1582"/>
          <ac:picMkLst>
            <pc:docMk/>
            <pc:sldMk cId="476583238" sldId="256"/>
            <ac:picMk id="12" creationId="{F00C4EBA-5CB0-4F3E-D8E7-89FD20EB8302}"/>
          </ac:picMkLst>
        </pc:picChg>
        <pc:picChg chg="add mod ord">
          <ac:chgData name="Luka De Lacey" userId="7c5079d1e183509d" providerId="LiveId" clId="{023B67FE-E4C5-42E2-A7E8-295CAE2B4F0E}" dt="2026-04-01T12:12:23.049" v="281" actId="1582"/>
          <ac:picMkLst>
            <pc:docMk/>
            <pc:sldMk cId="476583238" sldId="256"/>
            <ac:picMk id="13" creationId="{01D99EB4-3E9F-10FA-476C-762BBA5F2A6C}"/>
          </ac:picMkLst>
        </pc:picChg>
      </pc:sldChg>
      <pc:sldChg chg="modSp new mod">
        <pc:chgData name="Luka De Lacey" userId="7c5079d1e183509d" providerId="LiveId" clId="{023B67FE-E4C5-42E2-A7E8-295CAE2B4F0E}" dt="2026-04-09T00:36:25.751" v="6872" actId="113"/>
        <pc:sldMkLst>
          <pc:docMk/>
          <pc:sldMk cId="1066043099" sldId="257"/>
        </pc:sldMkLst>
        <pc:spChg chg="mod">
          <ac:chgData name="Luka De Lacey" userId="7c5079d1e183509d" providerId="LiveId" clId="{023B67FE-E4C5-42E2-A7E8-295CAE2B4F0E}" dt="2026-04-09T00:36:25.751" v="6872" actId="113"/>
          <ac:spMkLst>
            <pc:docMk/>
            <pc:sldMk cId="1066043099" sldId="257"/>
            <ac:spMk id="2" creationId="{76C2D5A7-67FC-E839-D64E-934B7298FFAF}"/>
          </ac:spMkLst>
        </pc:spChg>
        <pc:spChg chg="mod">
          <ac:chgData name="Luka De Lacey" userId="7c5079d1e183509d" providerId="LiveId" clId="{023B67FE-E4C5-42E2-A7E8-295CAE2B4F0E}" dt="2026-04-09T00:34:41.571" v="6829" actId="20577"/>
          <ac:spMkLst>
            <pc:docMk/>
            <pc:sldMk cId="1066043099" sldId="257"/>
            <ac:spMk id="3" creationId="{FB93011D-22B9-12F2-F385-A8CACF843B52}"/>
          </ac:spMkLst>
        </pc:spChg>
      </pc:sldChg>
      <pc:sldChg chg="addSp delSp modSp new mod ord setBg modNotesTx">
        <pc:chgData name="Luka De Lacey" userId="7c5079d1e183509d" providerId="LiveId" clId="{023B67FE-E4C5-42E2-A7E8-295CAE2B4F0E}" dt="2026-04-09T00:45:28.170" v="7205" actId="26606"/>
        <pc:sldMkLst>
          <pc:docMk/>
          <pc:sldMk cId="4214789934" sldId="258"/>
        </pc:sldMkLst>
        <pc:spChg chg="mod">
          <ac:chgData name="Luka De Lacey" userId="7c5079d1e183509d" providerId="LiveId" clId="{023B67FE-E4C5-42E2-A7E8-295CAE2B4F0E}" dt="2026-04-09T00:45:28.170" v="7205" actId="26606"/>
          <ac:spMkLst>
            <pc:docMk/>
            <pc:sldMk cId="4214789934" sldId="258"/>
            <ac:spMk id="2" creationId="{E41AA746-17DD-6318-5805-EAC8E9000DA4}"/>
          </ac:spMkLst>
        </pc:spChg>
        <pc:spChg chg="mod">
          <ac:chgData name="Luka De Lacey" userId="7c5079d1e183509d" providerId="LiveId" clId="{023B67FE-E4C5-42E2-A7E8-295CAE2B4F0E}" dt="2026-04-09T00:45:28.170" v="7205" actId="26606"/>
          <ac:spMkLst>
            <pc:docMk/>
            <pc:sldMk cId="4214789934" sldId="258"/>
            <ac:spMk id="3" creationId="{ADB2CDDA-ACA5-6BC2-18DB-72E3A581C60C}"/>
          </ac:spMkLst>
        </pc:spChg>
        <pc:spChg chg="add">
          <ac:chgData name="Luka De Lacey" userId="7c5079d1e183509d" providerId="LiveId" clId="{023B67FE-E4C5-42E2-A7E8-295CAE2B4F0E}" dt="2026-04-09T00:45:28.170" v="7205" actId="26606"/>
          <ac:spMkLst>
            <pc:docMk/>
            <pc:sldMk cId="4214789934" sldId="258"/>
            <ac:spMk id="5" creationId="{DBF61EA3-B236-439E-9C0B-340980D56BEE}"/>
          </ac:spMkLst>
        </pc:spChg>
        <pc:spChg chg="add del">
          <ac:chgData name="Luka De Lacey" userId="7c5079d1e183509d" providerId="LiveId" clId="{023B67FE-E4C5-42E2-A7E8-295CAE2B4F0E}" dt="2026-04-09T00:45:26.701" v="7204" actId="26606"/>
          <ac:spMkLst>
            <pc:docMk/>
            <pc:sldMk cId="4214789934" sldId="258"/>
            <ac:spMk id="8" creationId="{DBF61EA3-B236-439E-9C0B-340980D56BEE}"/>
          </ac:spMkLst>
        </pc:spChg>
        <pc:spChg chg="add">
          <ac:chgData name="Luka De Lacey" userId="7c5079d1e183509d" providerId="LiveId" clId="{023B67FE-E4C5-42E2-A7E8-295CAE2B4F0E}" dt="2026-04-09T00:45:28.170" v="7205" actId="26606"/>
          <ac:spMkLst>
            <pc:docMk/>
            <pc:sldMk cId="4214789934" sldId="258"/>
            <ac:spMk id="13" creationId="{E659831F-0D9A-4C63-9EBB-8435B85A440F}"/>
          </ac:spMkLst>
        </pc:spChg>
        <pc:spChg chg="add del">
          <ac:chgData name="Luka De Lacey" userId="7c5079d1e183509d" providerId="LiveId" clId="{023B67FE-E4C5-42E2-A7E8-295CAE2B4F0E}" dt="2026-04-09T00:45:26.701" v="7204" actId="26606"/>
          <ac:spMkLst>
            <pc:docMk/>
            <pc:sldMk cId="4214789934" sldId="258"/>
            <ac:spMk id="14" creationId="{E659831F-0D9A-4C63-9EBB-8435B85A440F}"/>
          </ac:spMkLst>
        </pc:spChg>
        <pc:grpChg chg="add">
          <ac:chgData name="Luka De Lacey" userId="7c5079d1e183509d" providerId="LiveId" clId="{023B67FE-E4C5-42E2-A7E8-295CAE2B4F0E}" dt="2026-04-09T00:45:28.170" v="7205" actId="26606"/>
          <ac:grpSpMkLst>
            <pc:docMk/>
            <pc:sldMk cId="4214789934" sldId="258"/>
            <ac:grpSpMk id="6" creationId="{28FAF094-D087-493F-8DF9-A486C2D6BBAA}"/>
          </ac:grpSpMkLst>
        </pc:grpChg>
        <pc:grpChg chg="add del">
          <ac:chgData name="Luka De Lacey" userId="7c5079d1e183509d" providerId="LiveId" clId="{023B67FE-E4C5-42E2-A7E8-295CAE2B4F0E}" dt="2026-04-09T00:45:26.701" v="7204" actId="26606"/>
          <ac:grpSpMkLst>
            <pc:docMk/>
            <pc:sldMk cId="4214789934" sldId="258"/>
            <ac:grpSpMk id="10" creationId="{28FAF094-D087-493F-8DF9-A486C2D6BBAA}"/>
          </ac:grpSpMkLst>
        </pc:grpChg>
      </pc:sldChg>
      <pc:sldChg chg="addSp delSp modSp new mod">
        <pc:chgData name="Luka De Lacey" userId="7c5079d1e183509d" providerId="LiveId" clId="{023B67FE-E4C5-42E2-A7E8-295CAE2B4F0E}" dt="2026-04-09T00:45:43.966" v="7206" actId="2711"/>
        <pc:sldMkLst>
          <pc:docMk/>
          <pc:sldMk cId="548152171" sldId="259"/>
        </pc:sldMkLst>
        <pc:spChg chg="mod">
          <ac:chgData name="Luka De Lacey" userId="7c5079d1e183509d" providerId="LiveId" clId="{023B67FE-E4C5-42E2-A7E8-295CAE2B4F0E}" dt="2026-04-09T00:45:43.966" v="7206" actId="2711"/>
          <ac:spMkLst>
            <pc:docMk/>
            <pc:sldMk cId="548152171" sldId="259"/>
            <ac:spMk id="2" creationId="{5F30F0C3-2FE7-70DA-3774-99ABB816E4D7}"/>
          </ac:spMkLst>
        </pc:spChg>
        <pc:graphicFrameChg chg="add mod ord modGraphic">
          <ac:chgData name="Luka De Lacey" userId="7c5079d1e183509d" providerId="LiveId" clId="{023B67FE-E4C5-42E2-A7E8-295CAE2B4F0E}" dt="2026-04-01T12:39:58.647" v="1754" actId="1076"/>
          <ac:graphicFrameMkLst>
            <pc:docMk/>
            <pc:sldMk cId="548152171" sldId="259"/>
            <ac:graphicFrameMk id="12" creationId="{33D1ED65-7FAB-DA62-1653-07B6230945C7}"/>
          </ac:graphicFrameMkLst>
        </pc:graphicFrameChg>
        <pc:picChg chg="add del">
          <ac:chgData name="Luka De Lacey" userId="7c5079d1e183509d" providerId="LiveId" clId="{023B67FE-E4C5-42E2-A7E8-295CAE2B4F0E}" dt="2026-04-01T12:24:24.251" v="1360" actId="478"/>
          <ac:picMkLst>
            <pc:docMk/>
            <pc:sldMk cId="548152171" sldId="259"/>
            <ac:picMk id="11" creationId="{2C36383C-AE02-8CAA-1FFA-30B427681070}"/>
          </ac:picMkLst>
        </pc:picChg>
      </pc:sldChg>
      <pc:sldChg chg="modSp new mod">
        <pc:chgData name="Luka De Lacey" userId="7c5079d1e183509d" providerId="LiveId" clId="{023B67FE-E4C5-42E2-A7E8-295CAE2B4F0E}" dt="2026-04-08T23:23:05.505" v="4682" actId="20577"/>
        <pc:sldMkLst>
          <pc:docMk/>
          <pc:sldMk cId="519172753" sldId="260"/>
        </pc:sldMkLst>
        <pc:spChg chg="mod">
          <ac:chgData name="Luka De Lacey" userId="7c5079d1e183509d" providerId="LiveId" clId="{023B67FE-E4C5-42E2-A7E8-295CAE2B4F0E}" dt="2026-04-01T22:38:48.810" v="2789" actId="20577"/>
          <ac:spMkLst>
            <pc:docMk/>
            <pc:sldMk cId="519172753" sldId="260"/>
            <ac:spMk id="2" creationId="{E313EEE7-AC17-2182-D9DC-D6902B7A3F36}"/>
          </ac:spMkLst>
        </pc:spChg>
        <pc:spChg chg="mod">
          <ac:chgData name="Luka De Lacey" userId="7c5079d1e183509d" providerId="LiveId" clId="{023B67FE-E4C5-42E2-A7E8-295CAE2B4F0E}" dt="2026-04-08T23:23:05.505" v="4682" actId="20577"/>
          <ac:spMkLst>
            <pc:docMk/>
            <pc:sldMk cId="519172753" sldId="260"/>
            <ac:spMk id="3" creationId="{7E7764B9-16E9-7189-E5CB-BA7FD135DF53}"/>
          </ac:spMkLst>
        </pc:spChg>
      </pc:sldChg>
      <pc:sldChg chg="addSp delSp modSp new del mod">
        <pc:chgData name="Luka De Lacey" userId="7c5079d1e183509d" providerId="LiveId" clId="{023B67FE-E4C5-42E2-A7E8-295CAE2B4F0E}" dt="2026-04-09T00:47:18.933" v="7230" actId="47"/>
        <pc:sldMkLst>
          <pc:docMk/>
          <pc:sldMk cId="1484755537" sldId="261"/>
        </pc:sldMkLst>
        <pc:spChg chg="mod">
          <ac:chgData name="Luka De Lacey" userId="7c5079d1e183509d" providerId="LiveId" clId="{023B67FE-E4C5-42E2-A7E8-295CAE2B4F0E}" dt="2026-04-08T23:12:49.386" v="3748" actId="113"/>
          <ac:spMkLst>
            <pc:docMk/>
            <pc:sldMk cId="1484755537" sldId="261"/>
            <ac:spMk id="2" creationId="{382287B3-9A51-08AA-CB59-D31A805961B5}"/>
          </ac:spMkLst>
        </pc:spChg>
        <pc:spChg chg="mod">
          <ac:chgData name="Luka De Lacey" userId="7c5079d1e183509d" providerId="LiveId" clId="{023B67FE-E4C5-42E2-A7E8-295CAE2B4F0E}" dt="2026-04-09T00:46:10.708" v="7214" actId="27636"/>
          <ac:spMkLst>
            <pc:docMk/>
            <pc:sldMk cId="1484755537" sldId="261"/>
            <ac:spMk id="3" creationId="{6BA83EF5-088B-8C41-5C03-6D1B990B292E}"/>
          </ac:spMkLst>
        </pc:spChg>
        <pc:spChg chg="add del mod topLvl">
          <ac:chgData name="Luka De Lacey" userId="7c5079d1e183509d" providerId="LiveId" clId="{023B67FE-E4C5-42E2-A7E8-295CAE2B4F0E}" dt="2026-04-09T00:46:18.019" v="7217" actId="21"/>
          <ac:spMkLst>
            <pc:docMk/>
            <pc:sldMk cId="1484755537" sldId="261"/>
            <ac:spMk id="7" creationId="{C5D975A9-0AE5-8777-CC8D-725776B51E87}"/>
          </ac:spMkLst>
        </pc:spChg>
        <pc:picChg chg="add del mod topLvl modCrop">
          <ac:chgData name="Luka De Lacey" userId="7c5079d1e183509d" providerId="LiveId" clId="{023B67FE-E4C5-42E2-A7E8-295CAE2B4F0E}" dt="2026-04-09T00:46:18.019" v="7217" actId="21"/>
          <ac:picMkLst>
            <pc:docMk/>
            <pc:sldMk cId="1484755537" sldId="261"/>
            <ac:picMk id="5" creationId="{41687E71-6FB7-7782-C74D-7118F1F957BB}"/>
          </ac:picMkLst>
        </pc:picChg>
      </pc:sldChg>
      <pc:sldChg chg="addSp modSp new mod">
        <pc:chgData name="Luka De Lacey" userId="7c5079d1e183509d" providerId="LiveId" clId="{023B67FE-E4C5-42E2-A7E8-295CAE2B4F0E}" dt="2026-04-09T00:49:57.527" v="7343" actId="1076"/>
        <pc:sldMkLst>
          <pc:docMk/>
          <pc:sldMk cId="3376276946" sldId="262"/>
        </pc:sldMkLst>
        <pc:spChg chg="mod">
          <ac:chgData name="Luka De Lacey" userId="7c5079d1e183509d" providerId="LiveId" clId="{023B67FE-E4C5-42E2-A7E8-295CAE2B4F0E}" dt="2026-04-08T23:18:39.133" v="4324" actId="14100"/>
          <ac:spMkLst>
            <pc:docMk/>
            <pc:sldMk cId="3376276946" sldId="262"/>
            <ac:spMk id="2" creationId="{777A5E61-73B1-744D-B3DF-948FFAC86125}"/>
          </ac:spMkLst>
        </pc:spChg>
        <pc:spChg chg="mod">
          <ac:chgData name="Luka De Lacey" userId="7c5079d1e183509d" providerId="LiveId" clId="{023B67FE-E4C5-42E2-A7E8-295CAE2B4F0E}" dt="2026-04-09T00:03:43.224" v="6188"/>
          <ac:spMkLst>
            <pc:docMk/>
            <pc:sldMk cId="3376276946" sldId="262"/>
            <ac:spMk id="3" creationId="{C50329FD-A7F1-47DF-54DD-BC573B81BFE0}"/>
          </ac:spMkLst>
        </pc:spChg>
        <pc:picChg chg="add mod">
          <ac:chgData name="Luka De Lacey" userId="7c5079d1e183509d" providerId="LiveId" clId="{023B67FE-E4C5-42E2-A7E8-295CAE2B4F0E}" dt="2026-04-09T00:49:57.527" v="7343" actId="1076"/>
          <ac:picMkLst>
            <pc:docMk/>
            <pc:sldMk cId="3376276946" sldId="262"/>
            <ac:picMk id="5" creationId="{4AE1E1BC-39D4-EE57-31EB-B83E80568852}"/>
          </ac:picMkLst>
        </pc:picChg>
      </pc:sldChg>
      <pc:sldChg chg="addSp delSp modSp add mod">
        <pc:chgData name="Luka De Lacey" userId="7c5079d1e183509d" providerId="LiveId" clId="{023B67FE-E4C5-42E2-A7E8-295CAE2B4F0E}" dt="2026-04-09T00:03:18.021" v="6180" actId="22"/>
        <pc:sldMkLst>
          <pc:docMk/>
          <pc:sldMk cId="1623963838" sldId="263"/>
        </pc:sldMkLst>
        <pc:spChg chg="mod">
          <ac:chgData name="Luka De Lacey" userId="7c5079d1e183509d" providerId="LiveId" clId="{023B67FE-E4C5-42E2-A7E8-295CAE2B4F0E}" dt="2026-04-08T23:42:21.121" v="4688" actId="14100"/>
          <ac:spMkLst>
            <pc:docMk/>
            <pc:sldMk cId="1623963838" sldId="263"/>
            <ac:spMk id="2" creationId="{987F3E01-D506-8B73-734E-8E1250193E5D}"/>
          </ac:spMkLst>
        </pc:spChg>
        <pc:spChg chg="add mod">
          <ac:chgData name="Luka De Lacey" userId="7c5079d1e183509d" providerId="LiveId" clId="{023B67FE-E4C5-42E2-A7E8-295CAE2B4F0E}" dt="2026-04-08T23:46:27.864" v="5071" actId="20577"/>
          <ac:spMkLst>
            <pc:docMk/>
            <pc:sldMk cId="1623963838" sldId="263"/>
            <ac:spMk id="5" creationId="{F836B4EC-1622-C3F0-1EF4-BD97B9A0E51E}"/>
          </ac:spMkLst>
        </pc:spChg>
        <pc:picChg chg="add del">
          <ac:chgData name="Luka De Lacey" userId="7c5079d1e183509d" providerId="LiveId" clId="{023B67FE-E4C5-42E2-A7E8-295CAE2B4F0E}" dt="2026-04-09T00:03:18.021" v="6180" actId="22"/>
          <ac:picMkLst>
            <pc:docMk/>
            <pc:sldMk cId="1623963838" sldId="263"/>
            <ac:picMk id="4" creationId="{5A336ADC-3354-48BE-1A72-B6EBC0E6BF59}"/>
          </ac:picMkLst>
        </pc:picChg>
        <pc:picChg chg="add mod">
          <ac:chgData name="Luka De Lacey" userId="7c5079d1e183509d" providerId="LiveId" clId="{023B67FE-E4C5-42E2-A7E8-295CAE2B4F0E}" dt="2026-04-08T23:46:30.992" v="5073" actId="1076"/>
          <ac:picMkLst>
            <pc:docMk/>
            <pc:sldMk cId="1623963838" sldId="263"/>
            <ac:picMk id="7" creationId="{AB0EF552-A465-C3BF-726C-157D203C7502}"/>
          </ac:picMkLst>
        </pc:picChg>
      </pc:sldChg>
      <pc:sldChg chg="addSp delSp modSp new mod setBg modNotesTx">
        <pc:chgData name="Luka De Lacey" userId="7c5079d1e183509d" providerId="LiveId" clId="{023B67FE-E4C5-42E2-A7E8-295CAE2B4F0E}" dt="2026-04-09T00:48:05.704" v="7332" actId="20577"/>
        <pc:sldMkLst>
          <pc:docMk/>
          <pc:sldMk cId="180345978" sldId="264"/>
        </pc:sldMkLst>
        <pc:spChg chg="mod">
          <ac:chgData name="Luka De Lacey" userId="7c5079d1e183509d" providerId="LiveId" clId="{023B67FE-E4C5-42E2-A7E8-295CAE2B4F0E}" dt="2026-04-09T00:47:32.063" v="7231" actId="26606"/>
          <ac:spMkLst>
            <pc:docMk/>
            <pc:sldMk cId="180345978" sldId="264"/>
            <ac:spMk id="2" creationId="{9296E94D-D02E-6B52-F16E-D55B1AAE1914}"/>
          </ac:spMkLst>
        </pc:spChg>
        <pc:spChg chg="mod">
          <ac:chgData name="Luka De Lacey" userId="7c5079d1e183509d" providerId="LiveId" clId="{023B67FE-E4C5-42E2-A7E8-295CAE2B4F0E}" dt="2026-04-09T00:48:05.704" v="7332" actId="20577"/>
          <ac:spMkLst>
            <pc:docMk/>
            <pc:sldMk cId="180345978" sldId="264"/>
            <ac:spMk id="3" creationId="{7E86535F-5F4D-AEF0-F103-0CC49503357F}"/>
          </ac:spMkLst>
        </pc:spChg>
        <pc:spChg chg="add">
          <ac:chgData name="Luka De Lacey" userId="7c5079d1e183509d" providerId="LiveId" clId="{023B67FE-E4C5-42E2-A7E8-295CAE2B4F0E}" dt="2026-04-09T00:47:32.063" v="7231" actId="26606"/>
          <ac:spMkLst>
            <pc:docMk/>
            <pc:sldMk cId="180345978" sldId="264"/>
            <ac:spMk id="11" creationId="{201CC55D-ED54-4C5C-95E6-10947BD1103B}"/>
          </ac:spMkLst>
        </pc:spChg>
        <pc:spChg chg="add">
          <ac:chgData name="Luka De Lacey" userId="7c5079d1e183509d" providerId="LiveId" clId="{023B67FE-E4C5-42E2-A7E8-295CAE2B4F0E}" dt="2026-04-09T00:47:32.063" v="7231" actId="26606"/>
          <ac:spMkLst>
            <pc:docMk/>
            <pc:sldMk cId="180345978" sldId="264"/>
            <ac:spMk id="17" creationId="{3873B707-463F-40B0-8227-E8CC6C67EB25}"/>
          </ac:spMkLst>
        </pc:spChg>
        <pc:spChg chg="add">
          <ac:chgData name="Luka De Lacey" userId="7c5079d1e183509d" providerId="LiveId" clId="{023B67FE-E4C5-42E2-A7E8-295CAE2B4F0E}" dt="2026-04-09T00:47:32.063" v="7231" actId="26606"/>
          <ac:spMkLst>
            <pc:docMk/>
            <pc:sldMk cId="180345978" sldId="264"/>
            <ac:spMk id="19" creationId="{C13237C8-E62C-4F0D-A318-BD6FB6C2D138}"/>
          </ac:spMkLst>
        </pc:spChg>
        <pc:spChg chg="add">
          <ac:chgData name="Luka De Lacey" userId="7c5079d1e183509d" providerId="LiveId" clId="{023B67FE-E4C5-42E2-A7E8-295CAE2B4F0E}" dt="2026-04-09T00:47:32.063" v="7231" actId="26606"/>
          <ac:spMkLst>
            <pc:docMk/>
            <pc:sldMk cId="180345978" sldId="264"/>
            <ac:spMk id="21" creationId="{19C9EAEA-39D0-4B0E-A0EB-51E7B26740B1}"/>
          </ac:spMkLst>
        </pc:spChg>
        <pc:grpChg chg="add">
          <ac:chgData name="Luka De Lacey" userId="7c5079d1e183509d" providerId="LiveId" clId="{023B67FE-E4C5-42E2-A7E8-295CAE2B4F0E}" dt="2026-04-09T00:47:32.063" v="7231" actId="26606"/>
          <ac:grpSpMkLst>
            <pc:docMk/>
            <pc:sldMk cId="180345978" sldId="264"/>
            <ac:grpSpMk id="13" creationId="{1DE889C7-FAD6-4397-98E2-05D503484459}"/>
          </ac:grpSpMkLst>
        </pc:grpChg>
        <pc:picChg chg="add del mod">
          <ac:chgData name="Luka De Lacey" userId="7c5079d1e183509d" providerId="LiveId" clId="{023B67FE-E4C5-42E2-A7E8-295CAE2B4F0E}" dt="2026-04-08T23:52:53.465" v="5300" actId="478"/>
          <ac:picMkLst>
            <pc:docMk/>
            <pc:sldMk cId="180345978" sldId="264"/>
            <ac:picMk id="5" creationId="{9E2542F0-7FF2-6B17-1492-25CAC4D5C757}"/>
          </ac:picMkLst>
        </pc:picChg>
        <pc:picChg chg="add mod">
          <ac:chgData name="Luka De Lacey" userId="7c5079d1e183509d" providerId="LiveId" clId="{023B67FE-E4C5-42E2-A7E8-295CAE2B4F0E}" dt="2026-04-09T00:47:32.063" v="7231" actId="26606"/>
          <ac:picMkLst>
            <pc:docMk/>
            <pc:sldMk cId="180345978" sldId="264"/>
            <ac:picMk id="6" creationId="{1EE4747E-3206-8553-F719-FDEC8797CA57}"/>
          </ac:picMkLst>
        </pc:picChg>
      </pc:sldChg>
      <pc:sldChg chg="addSp delSp modSp new mod setBg">
        <pc:chgData name="Luka De Lacey" userId="7c5079d1e183509d" providerId="LiveId" clId="{023B67FE-E4C5-42E2-A7E8-295CAE2B4F0E}" dt="2026-04-09T00:49:44.578" v="7341"/>
        <pc:sldMkLst>
          <pc:docMk/>
          <pc:sldMk cId="2616912587" sldId="265"/>
        </pc:sldMkLst>
        <pc:spChg chg="mod">
          <ac:chgData name="Luka De Lacey" userId="7c5079d1e183509d" providerId="LiveId" clId="{023B67FE-E4C5-42E2-A7E8-295CAE2B4F0E}" dt="2026-04-09T00:48:17.007" v="7335" actId="26606"/>
          <ac:spMkLst>
            <pc:docMk/>
            <pc:sldMk cId="2616912587" sldId="265"/>
            <ac:spMk id="2" creationId="{CC6B9798-CB8D-B25A-0DA2-EB80F531344C}"/>
          </ac:spMkLst>
        </pc:spChg>
        <pc:spChg chg="mod">
          <ac:chgData name="Luka De Lacey" userId="7c5079d1e183509d" providerId="LiveId" clId="{023B67FE-E4C5-42E2-A7E8-295CAE2B4F0E}" dt="2026-04-09T00:48:17.007" v="7335" actId="26606"/>
          <ac:spMkLst>
            <pc:docMk/>
            <pc:sldMk cId="2616912587" sldId="265"/>
            <ac:spMk id="3" creationId="{0E63DD51-7F09-5517-B2B7-4D0964775CA7}"/>
          </ac:spMkLst>
        </pc:spChg>
        <pc:spChg chg="add del">
          <ac:chgData name="Luka De Lacey" userId="7c5079d1e183509d" providerId="LiveId" clId="{023B67FE-E4C5-42E2-A7E8-295CAE2B4F0E}" dt="2026-04-09T00:48:17.001" v="7334" actId="26606"/>
          <ac:spMkLst>
            <pc:docMk/>
            <pc:sldMk cId="2616912587" sldId="265"/>
            <ac:spMk id="11" creationId="{201CC55D-ED54-4C5C-95E6-10947BD1103B}"/>
          </ac:spMkLst>
        </pc:spChg>
        <pc:spChg chg="add del">
          <ac:chgData name="Luka De Lacey" userId="7c5079d1e183509d" providerId="LiveId" clId="{023B67FE-E4C5-42E2-A7E8-295CAE2B4F0E}" dt="2026-04-09T00:48:17.001" v="7334" actId="26606"/>
          <ac:spMkLst>
            <pc:docMk/>
            <pc:sldMk cId="2616912587" sldId="265"/>
            <ac:spMk id="17" creationId="{3873B707-463F-40B0-8227-E8CC6C67EB25}"/>
          </ac:spMkLst>
        </pc:spChg>
        <pc:spChg chg="add del">
          <ac:chgData name="Luka De Lacey" userId="7c5079d1e183509d" providerId="LiveId" clId="{023B67FE-E4C5-42E2-A7E8-295CAE2B4F0E}" dt="2026-04-09T00:48:17.001" v="7334" actId="26606"/>
          <ac:spMkLst>
            <pc:docMk/>
            <pc:sldMk cId="2616912587" sldId="265"/>
            <ac:spMk id="19" creationId="{C13237C8-E62C-4F0D-A318-BD6FB6C2D138}"/>
          </ac:spMkLst>
        </pc:spChg>
        <pc:spChg chg="add del">
          <ac:chgData name="Luka De Lacey" userId="7c5079d1e183509d" providerId="LiveId" clId="{023B67FE-E4C5-42E2-A7E8-295CAE2B4F0E}" dt="2026-04-09T00:48:17.001" v="7334" actId="26606"/>
          <ac:spMkLst>
            <pc:docMk/>
            <pc:sldMk cId="2616912587" sldId="265"/>
            <ac:spMk id="21" creationId="{19C9EAEA-39D0-4B0E-A0EB-51E7B26740B1}"/>
          </ac:spMkLst>
        </pc:spChg>
        <pc:spChg chg="add">
          <ac:chgData name="Luka De Lacey" userId="7c5079d1e183509d" providerId="LiveId" clId="{023B67FE-E4C5-42E2-A7E8-295CAE2B4F0E}" dt="2026-04-09T00:48:17.007" v="7335" actId="26606"/>
          <ac:spMkLst>
            <pc:docMk/>
            <pc:sldMk cId="2616912587" sldId="265"/>
            <ac:spMk id="23" creationId="{DBC6133C-0615-4CE4-9132-37E609A9BDFA}"/>
          </ac:spMkLst>
        </pc:spChg>
        <pc:spChg chg="add">
          <ac:chgData name="Luka De Lacey" userId="7c5079d1e183509d" providerId="LiveId" clId="{023B67FE-E4C5-42E2-A7E8-295CAE2B4F0E}" dt="2026-04-09T00:48:17.007" v="7335" actId="26606"/>
          <ac:spMkLst>
            <pc:docMk/>
            <pc:sldMk cId="2616912587" sldId="265"/>
            <ac:spMk id="24" creationId="{169CC832-2974-4E8D-90ED-3E2941BA7336}"/>
          </ac:spMkLst>
        </pc:spChg>
        <pc:spChg chg="add">
          <ac:chgData name="Luka De Lacey" userId="7c5079d1e183509d" providerId="LiveId" clId="{023B67FE-E4C5-42E2-A7E8-295CAE2B4F0E}" dt="2026-04-09T00:48:17.007" v="7335" actId="26606"/>
          <ac:spMkLst>
            <pc:docMk/>
            <pc:sldMk cId="2616912587" sldId="265"/>
            <ac:spMk id="25" creationId="{55222F96-971A-4F90-B841-6BAB416C7AC1}"/>
          </ac:spMkLst>
        </pc:spChg>
        <pc:spChg chg="add">
          <ac:chgData name="Luka De Lacey" userId="7c5079d1e183509d" providerId="LiveId" clId="{023B67FE-E4C5-42E2-A7E8-295CAE2B4F0E}" dt="2026-04-09T00:48:17.007" v="7335" actId="26606"/>
          <ac:spMkLst>
            <pc:docMk/>
            <pc:sldMk cId="2616912587" sldId="265"/>
            <ac:spMk id="26" creationId="{08980754-6F4B-43C9-B9BE-127B6BED6586}"/>
          </ac:spMkLst>
        </pc:spChg>
        <pc:spChg chg="add">
          <ac:chgData name="Luka De Lacey" userId="7c5079d1e183509d" providerId="LiveId" clId="{023B67FE-E4C5-42E2-A7E8-295CAE2B4F0E}" dt="2026-04-09T00:48:17.007" v="7335" actId="26606"/>
          <ac:spMkLst>
            <pc:docMk/>
            <pc:sldMk cId="2616912587" sldId="265"/>
            <ac:spMk id="27" creationId="{2C1BBA94-3F40-40AA-8BB9-E69E25E537C1}"/>
          </ac:spMkLst>
        </pc:spChg>
        <pc:grpChg chg="add del">
          <ac:chgData name="Luka De Lacey" userId="7c5079d1e183509d" providerId="LiveId" clId="{023B67FE-E4C5-42E2-A7E8-295CAE2B4F0E}" dt="2026-04-09T00:48:17.001" v="7334" actId="26606"/>
          <ac:grpSpMkLst>
            <pc:docMk/>
            <pc:sldMk cId="2616912587" sldId="265"/>
            <ac:grpSpMk id="13" creationId="{1DE889C7-FAD6-4397-98E2-05D503484459}"/>
          </ac:grpSpMkLst>
        </pc:grpChg>
        <pc:picChg chg="add del mod">
          <ac:chgData name="Luka De Lacey" userId="7c5079d1e183509d" providerId="LiveId" clId="{023B67FE-E4C5-42E2-A7E8-295CAE2B4F0E}" dt="2026-04-08T23:54:50.265" v="5450" actId="478"/>
          <ac:picMkLst>
            <pc:docMk/>
            <pc:sldMk cId="2616912587" sldId="265"/>
            <ac:picMk id="5" creationId="{FC759494-2596-4C1D-3D78-7970DD851734}"/>
          </ac:picMkLst>
        </pc:picChg>
        <pc:picChg chg="add mod">
          <ac:chgData name="Luka De Lacey" userId="7c5079d1e183509d" providerId="LiveId" clId="{023B67FE-E4C5-42E2-A7E8-295CAE2B4F0E}" dt="2026-04-09T00:48:17.007" v="7335" actId="26606"/>
          <ac:picMkLst>
            <pc:docMk/>
            <pc:sldMk cId="2616912587" sldId="265"/>
            <ac:picMk id="6" creationId="{821015F3-C099-DB67-55F1-641E5393283A}"/>
          </ac:picMkLst>
        </pc:picChg>
      </pc:sldChg>
      <pc:sldChg chg="addSp delSp modSp new mod setBg">
        <pc:chgData name="Luka De Lacey" userId="7c5079d1e183509d" providerId="LiveId" clId="{023B67FE-E4C5-42E2-A7E8-295CAE2B4F0E}" dt="2026-04-09T00:49:19.118" v="7339"/>
        <pc:sldMkLst>
          <pc:docMk/>
          <pc:sldMk cId="1923262649" sldId="266"/>
        </pc:sldMkLst>
        <pc:spChg chg="mod">
          <ac:chgData name="Luka De Lacey" userId="7c5079d1e183509d" providerId="LiveId" clId="{023B67FE-E4C5-42E2-A7E8-295CAE2B4F0E}" dt="2026-04-09T00:45:00.397" v="7201" actId="26606"/>
          <ac:spMkLst>
            <pc:docMk/>
            <pc:sldMk cId="1923262649" sldId="266"/>
            <ac:spMk id="2" creationId="{B246D3F8-D43B-69A9-BBC0-611EBF253E55}"/>
          </ac:spMkLst>
        </pc:spChg>
        <pc:spChg chg="mod">
          <ac:chgData name="Luka De Lacey" userId="7c5079d1e183509d" providerId="LiveId" clId="{023B67FE-E4C5-42E2-A7E8-295CAE2B4F0E}" dt="2026-04-09T00:45:00.397" v="7201" actId="26606"/>
          <ac:spMkLst>
            <pc:docMk/>
            <pc:sldMk cId="1923262649" sldId="266"/>
            <ac:spMk id="3" creationId="{F298F96C-FEC8-2A74-F9A6-493BB6189543}"/>
          </ac:spMkLst>
        </pc:spChg>
        <pc:spChg chg="add">
          <ac:chgData name="Luka De Lacey" userId="7c5079d1e183509d" providerId="LiveId" clId="{023B67FE-E4C5-42E2-A7E8-295CAE2B4F0E}" dt="2026-04-09T00:45:00.397" v="7201" actId="26606"/>
          <ac:spMkLst>
            <pc:docMk/>
            <pc:sldMk cId="1923262649" sldId="266"/>
            <ac:spMk id="9" creationId="{058A14AF-9FB5-4CC7-BA35-E8E85D3EDF0E}"/>
          </ac:spMkLst>
        </pc:spChg>
        <pc:spChg chg="add">
          <ac:chgData name="Luka De Lacey" userId="7c5079d1e183509d" providerId="LiveId" clId="{023B67FE-E4C5-42E2-A7E8-295CAE2B4F0E}" dt="2026-04-09T00:45:00.397" v="7201" actId="26606"/>
          <ac:spMkLst>
            <pc:docMk/>
            <pc:sldMk cId="1923262649" sldId="266"/>
            <ac:spMk id="11" creationId="{3A9A4357-BD1D-4622-A4FE-766E6AB8DE84}"/>
          </ac:spMkLst>
        </pc:spChg>
        <pc:spChg chg="add">
          <ac:chgData name="Luka De Lacey" userId="7c5079d1e183509d" providerId="LiveId" clId="{023B67FE-E4C5-42E2-A7E8-295CAE2B4F0E}" dt="2026-04-09T00:45:00.397" v="7201" actId="26606"/>
          <ac:spMkLst>
            <pc:docMk/>
            <pc:sldMk cId="1923262649" sldId="266"/>
            <ac:spMk id="13" creationId="{E659831F-0D9A-4C63-9EBB-8435B85A440F}"/>
          </ac:spMkLst>
        </pc:spChg>
        <pc:spChg chg="add">
          <ac:chgData name="Luka De Lacey" userId="7c5079d1e183509d" providerId="LiveId" clId="{023B67FE-E4C5-42E2-A7E8-295CAE2B4F0E}" dt="2026-04-09T00:45:00.397" v="7201" actId="26606"/>
          <ac:spMkLst>
            <pc:docMk/>
            <pc:sldMk cId="1923262649" sldId="266"/>
            <ac:spMk id="15" creationId="{E6995CE5-F890-4ABA-82A2-26507CE8D2A3}"/>
          </ac:spMkLst>
        </pc:spChg>
        <pc:picChg chg="add mod">
          <ac:chgData name="Luka De Lacey" userId="7c5079d1e183509d" providerId="LiveId" clId="{023B67FE-E4C5-42E2-A7E8-295CAE2B4F0E}" dt="2026-04-09T00:45:00.397" v="7201" actId="26606"/>
          <ac:picMkLst>
            <pc:docMk/>
            <pc:sldMk cId="1923262649" sldId="266"/>
            <ac:picMk id="4" creationId="{2AEDB068-FE27-8EE6-F318-69FAE1C97830}"/>
          </ac:picMkLst>
        </pc:picChg>
        <pc:picChg chg="add del mod">
          <ac:chgData name="Luka De Lacey" userId="7c5079d1e183509d" providerId="LiveId" clId="{023B67FE-E4C5-42E2-A7E8-295CAE2B4F0E}" dt="2026-04-09T00:39:59.239" v="7121" actId="478"/>
          <ac:picMkLst>
            <pc:docMk/>
            <pc:sldMk cId="1923262649" sldId="266"/>
            <ac:picMk id="1026" creationId="{C9387C5B-1508-2DBB-E550-02813A1DC995}"/>
          </ac:picMkLst>
        </pc:picChg>
      </pc:sldChg>
      <pc:sldChg chg="addSp modSp new mod setBg">
        <pc:chgData name="Luka De Lacey" userId="7c5079d1e183509d" providerId="LiveId" clId="{023B67FE-E4C5-42E2-A7E8-295CAE2B4F0E}" dt="2026-04-09T00:45:09.738" v="7202" actId="26606"/>
        <pc:sldMkLst>
          <pc:docMk/>
          <pc:sldMk cId="850707843" sldId="267"/>
        </pc:sldMkLst>
        <pc:spChg chg="mod">
          <ac:chgData name="Luka De Lacey" userId="7c5079d1e183509d" providerId="LiveId" clId="{023B67FE-E4C5-42E2-A7E8-295CAE2B4F0E}" dt="2026-04-09T00:45:09.738" v="7202" actId="26606"/>
          <ac:spMkLst>
            <pc:docMk/>
            <pc:sldMk cId="850707843" sldId="267"/>
            <ac:spMk id="2" creationId="{7E58BF8D-5097-7138-8E91-C6A246E24B92}"/>
          </ac:spMkLst>
        </pc:spChg>
        <pc:spChg chg="mod">
          <ac:chgData name="Luka De Lacey" userId="7c5079d1e183509d" providerId="LiveId" clId="{023B67FE-E4C5-42E2-A7E8-295CAE2B4F0E}" dt="2026-04-09T00:45:09.738" v="7202" actId="26606"/>
          <ac:spMkLst>
            <pc:docMk/>
            <pc:sldMk cId="850707843" sldId="267"/>
            <ac:spMk id="3" creationId="{3669820E-B81B-632B-5955-A901DCE2B57D}"/>
          </ac:spMkLst>
        </pc:spChg>
        <pc:spChg chg="add">
          <ac:chgData name="Luka De Lacey" userId="7c5079d1e183509d" providerId="LiveId" clId="{023B67FE-E4C5-42E2-A7E8-295CAE2B4F0E}" dt="2026-04-09T00:45:09.738" v="7202" actId="26606"/>
          <ac:spMkLst>
            <pc:docMk/>
            <pc:sldMk cId="850707843" sldId="267"/>
            <ac:spMk id="10" creationId="{201CC55D-ED54-4C5C-95E6-10947BD1103B}"/>
          </ac:spMkLst>
        </pc:spChg>
        <pc:spChg chg="add">
          <ac:chgData name="Luka De Lacey" userId="7c5079d1e183509d" providerId="LiveId" clId="{023B67FE-E4C5-42E2-A7E8-295CAE2B4F0E}" dt="2026-04-09T00:45:09.738" v="7202" actId="26606"/>
          <ac:spMkLst>
            <pc:docMk/>
            <pc:sldMk cId="850707843" sldId="267"/>
            <ac:spMk id="16" creationId="{3873B707-463F-40B0-8227-E8CC6C67EB25}"/>
          </ac:spMkLst>
        </pc:spChg>
        <pc:spChg chg="add">
          <ac:chgData name="Luka De Lacey" userId="7c5079d1e183509d" providerId="LiveId" clId="{023B67FE-E4C5-42E2-A7E8-295CAE2B4F0E}" dt="2026-04-09T00:45:09.738" v="7202" actId="26606"/>
          <ac:spMkLst>
            <pc:docMk/>
            <pc:sldMk cId="850707843" sldId="267"/>
            <ac:spMk id="18" creationId="{C13237C8-E62C-4F0D-A318-BD6FB6C2D138}"/>
          </ac:spMkLst>
        </pc:spChg>
        <pc:spChg chg="add">
          <ac:chgData name="Luka De Lacey" userId="7c5079d1e183509d" providerId="LiveId" clId="{023B67FE-E4C5-42E2-A7E8-295CAE2B4F0E}" dt="2026-04-09T00:45:09.738" v="7202" actId="26606"/>
          <ac:spMkLst>
            <pc:docMk/>
            <pc:sldMk cId="850707843" sldId="267"/>
            <ac:spMk id="20" creationId="{19C9EAEA-39D0-4B0E-A0EB-51E7B26740B1}"/>
          </ac:spMkLst>
        </pc:spChg>
        <pc:grpChg chg="add">
          <ac:chgData name="Luka De Lacey" userId="7c5079d1e183509d" providerId="LiveId" clId="{023B67FE-E4C5-42E2-A7E8-295CAE2B4F0E}" dt="2026-04-09T00:45:09.738" v="7202" actId="26606"/>
          <ac:grpSpMkLst>
            <pc:docMk/>
            <pc:sldMk cId="850707843" sldId="267"/>
            <ac:grpSpMk id="12" creationId="{1DE889C7-FAD6-4397-98E2-05D503484459}"/>
          </ac:grpSpMkLst>
        </pc:grpChg>
        <pc:picChg chg="add mod">
          <ac:chgData name="Luka De Lacey" userId="7c5079d1e183509d" providerId="LiveId" clId="{023B67FE-E4C5-42E2-A7E8-295CAE2B4F0E}" dt="2026-04-09T00:45:09.738" v="7202" actId="26606"/>
          <ac:picMkLst>
            <pc:docMk/>
            <pc:sldMk cId="850707843" sldId="267"/>
            <ac:picMk id="5" creationId="{DB6BB64F-CD39-167B-5527-7960754578BC}"/>
          </ac:picMkLst>
        </pc:picChg>
      </pc:sldChg>
      <pc:sldChg chg="modSp new del mod ord">
        <pc:chgData name="Luka De Lacey" userId="7c5079d1e183509d" providerId="LiveId" clId="{023B67FE-E4C5-42E2-A7E8-295CAE2B4F0E}" dt="2026-04-08T23:57:18.118" v="5676" actId="47"/>
        <pc:sldMkLst>
          <pc:docMk/>
          <pc:sldMk cId="3274122063" sldId="268"/>
        </pc:sldMkLst>
        <pc:spChg chg="mod">
          <ac:chgData name="Luka De Lacey" userId="7c5079d1e183509d" providerId="LiveId" clId="{023B67FE-E4C5-42E2-A7E8-295CAE2B4F0E}" dt="2026-04-08T23:11:16.849" v="3690" actId="2711"/>
          <ac:spMkLst>
            <pc:docMk/>
            <pc:sldMk cId="3274122063" sldId="268"/>
            <ac:spMk id="2" creationId="{82168883-B723-CC7B-A878-E99D14B69894}"/>
          </ac:spMkLst>
        </pc:spChg>
      </pc:sldChg>
      <pc:sldChg chg="addSp delSp modSp add mod ord">
        <pc:chgData name="Luka De Lacey" userId="7c5079d1e183509d" providerId="LiveId" clId="{023B67FE-E4C5-42E2-A7E8-295CAE2B4F0E}" dt="2026-04-09T00:13:00.873" v="6711" actId="20577"/>
        <pc:sldMkLst>
          <pc:docMk/>
          <pc:sldMk cId="2052214948" sldId="269"/>
        </pc:sldMkLst>
        <pc:spChg chg="mod">
          <ac:chgData name="Luka De Lacey" userId="7c5079d1e183509d" providerId="LiveId" clId="{023B67FE-E4C5-42E2-A7E8-295CAE2B4F0E}" dt="2026-04-09T00:04:16.756" v="6211" actId="20577"/>
          <ac:spMkLst>
            <pc:docMk/>
            <pc:sldMk cId="2052214948" sldId="269"/>
            <ac:spMk id="2" creationId="{75157770-F8CB-EE2C-9BAB-97F3EE1BE73E}"/>
          </ac:spMkLst>
        </pc:spChg>
        <pc:spChg chg="mod">
          <ac:chgData name="Luka De Lacey" userId="7c5079d1e183509d" providerId="LiveId" clId="{023B67FE-E4C5-42E2-A7E8-295CAE2B4F0E}" dt="2026-04-09T00:13:00.873" v="6711" actId="20577"/>
          <ac:spMkLst>
            <pc:docMk/>
            <pc:sldMk cId="2052214948" sldId="269"/>
            <ac:spMk id="3" creationId="{D9330ACF-692C-9E53-8051-14CE8F467A02}"/>
          </ac:spMkLst>
        </pc:spChg>
        <pc:picChg chg="del">
          <ac:chgData name="Luka De Lacey" userId="7c5079d1e183509d" providerId="LiveId" clId="{023B67FE-E4C5-42E2-A7E8-295CAE2B4F0E}" dt="2026-04-09T00:03:31.069" v="6183" actId="478"/>
          <ac:picMkLst>
            <pc:docMk/>
            <pc:sldMk cId="2052214948" sldId="269"/>
            <ac:picMk id="5" creationId="{5744F2B4-815E-803E-FA27-93B79EA36FD8}"/>
          </ac:picMkLst>
        </pc:picChg>
        <pc:picChg chg="add mod">
          <ac:chgData name="Luka De Lacey" userId="7c5079d1e183509d" providerId="LiveId" clId="{023B67FE-E4C5-42E2-A7E8-295CAE2B4F0E}" dt="2026-04-09T00:04:01.760" v="6194" actId="1582"/>
          <ac:picMkLst>
            <pc:docMk/>
            <pc:sldMk cId="2052214948" sldId="269"/>
            <ac:picMk id="6" creationId="{2FE01FCB-F665-83ED-86AE-1CA2C22F0DE8}"/>
          </ac:picMkLst>
        </pc:picChg>
      </pc:sldChg>
      <pc:sldChg chg="modSp new mod">
        <pc:chgData name="Luka De Lacey" userId="7c5079d1e183509d" providerId="LiveId" clId="{023B67FE-E4C5-42E2-A7E8-295CAE2B4F0E}" dt="2026-04-09T00:52:45.784" v="7777" actId="20577"/>
        <pc:sldMkLst>
          <pc:docMk/>
          <pc:sldMk cId="3514585462" sldId="270"/>
        </pc:sldMkLst>
        <pc:spChg chg="mod">
          <ac:chgData name="Luka De Lacey" userId="7c5079d1e183509d" providerId="LiveId" clId="{023B67FE-E4C5-42E2-A7E8-295CAE2B4F0E}" dt="2026-04-08T23:47:54.499" v="5085" actId="20577"/>
          <ac:spMkLst>
            <pc:docMk/>
            <pc:sldMk cId="3514585462" sldId="270"/>
            <ac:spMk id="2" creationId="{70862895-263B-F43F-670C-14D0E7B928C9}"/>
          </ac:spMkLst>
        </pc:spChg>
        <pc:spChg chg="mod">
          <ac:chgData name="Luka De Lacey" userId="7c5079d1e183509d" providerId="LiveId" clId="{023B67FE-E4C5-42E2-A7E8-295CAE2B4F0E}" dt="2026-04-09T00:52:45.784" v="7777" actId="20577"/>
          <ac:spMkLst>
            <pc:docMk/>
            <pc:sldMk cId="3514585462" sldId="270"/>
            <ac:spMk id="3" creationId="{41B15701-F9E4-B590-06CD-F0365BC3265E}"/>
          </ac:spMkLst>
        </pc:spChg>
      </pc:sldChg>
      <pc:sldChg chg="addSp modSp new del mod">
        <pc:chgData name="Luka De Lacey" userId="7c5079d1e183509d" providerId="LiveId" clId="{023B67FE-E4C5-42E2-A7E8-295CAE2B4F0E}" dt="2026-04-09T00:52:53.909" v="7778" actId="47"/>
        <pc:sldMkLst>
          <pc:docMk/>
          <pc:sldMk cId="611969674" sldId="271"/>
        </pc:sldMkLst>
        <pc:spChg chg="mod">
          <ac:chgData name="Luka De Lacey" userId="7c5079d1e183509d" providerId="LiveId" clId="{023B67FE-E4C5-42E2-A7E8-295CAE2B4F0E}" dt="2026-04-08T23:51:49.246" v="5298" actId="14100"/>
          <ac:spMkLst>
            <pc:docMk/>
            <pc:sldMk cId="611969674" sldId="271"/>
            <ac:spMk id="2" creationId="{1DE39359-7B09-B70D-9265-F6912FADA8F4}"/>
          </ac:spMkLst>
        </pc:spChg>
        <pc:spChg chg="mod">
          <ac:chgData name="Luka De Lacey" userId="7c5079d1e183509d" providerId="LiveId" clId="{023B67FE-E4C5-42E2-A7E8-295CAE2B4F0E}" dt="2026-04-08T23:51:46.048" v="5297" actId="14100"/>
          <ac:spMkLst>
            <pc:docMk/>
            <pc:sldMk cId="611969674" sldId="271"/>
            <ac:spMk id="3" creationId="{E0544B41-7913-8DDF-636C-C4F87EB5CF80}"/>
          </ac:spMkLst>
        </pc:spChg>
        <pc:picChg chg="add mod modCrop">
          <ac:chgData name="Luka De Lacey" userId="7c5079d1e183509d" providerId="LiveId" clId="{023B67FE-E4C5-42E2-A7E8-295CAE2B4F0E}" dt="2026-04-08T23:51:42.988" v="5296" actId="1076"/>
          <ac:picMkLst>
            <pc:docMk/>
            <pc:sldMk cId="611969674" sldId="271"/>
            <ac:picMk id="5" creationId="{43A443DF-4CA2-ADF9-1F2C-E33F362B2A5B}"/>
          </ac:picMkLst>
        </pc:picChg>
        <pc:picChg chg="add mod modCrop">
          <ac:chgData name="Luka De Lacey" userId="7c5079d1e183509d" providerId="LiveId" clId="{023B67FE-E4C5-42E2-A7E8-295CAE2B4F0E}" dt="2026-04-08T23:51:59.042" v="5299" actId="732"/>
          <ac:picMkLst>
            <pc:docMk/>
            <pc:sldMk cId="611969674" sldId="271"/>
            <ac:picMk id="7" creationId="{D5051758-40F5-E05B-E35B-866895026504}"/>
          </ac:picMkLst>
        </pc:picChg>
        <pc:picChg chg="add mod">
          <ac:chgData name="Luka De Lacey" userId="7c5079d1e183509d" providerId="LiveId" clId="{023B67FE-E4C5-42E2-A7E8-295CAE2B4F0E}" dt="2026-04-08T23:51:21.731" v="5286" actId="571"/>
          <ac:picMkLst>
            <pc:docMk/>
            <pc:sldMk cId="611969674" sldId="271"/>
            <ac:picMk id="8" creationId="{C9817B12-4EFF-BFFB-1ADE-7F65F1FF9BC1}"/>
          </ac:picMkLst>
        </pc:picChg>
      </pc:sldChg>
      <pc:sldChg chg="addSp modSp add mod">
        <pc:chgData name="Luka De Lacey" userId="7c5079d1e183509d" providerId="LiveId" clId="{023B67FE-E4C5-42E2-A7E8-295CAE2B4F0E}" dt="2026-04-09T00:50:26.746" v="7420" actId="20577"/>
        <pc:sldMkLst>
          <pc:docMk/>
          <pc:sldMk cId="252362121" sldId="272"/>
        </pc:sldMkLst>
        <pc:spChg chg="mod">
          <ac:chgData name="Luka De Lacey" userId="7c5079d1e183509d" providerId="LiveId" clId="{023B67FE-E4C5-42E2-A7E8-295CAE2B4F0E}" dt="2026-04-09T00:14:28.087" v="6714" actId="20577"/>
          <ac:spMkLst>
            <pc:docMk/>
            <pc:sldMk cId="252362121" sldId="272"/>
            <ac:spMk id="2" creationId="{C59DA7BC-9875-B36F-D6A5-2AB3654A8572}"/>
          </ac:spMkLst>
        </pc:spChg>
        <pc:spChg chg="mod">
          <ac:chgData name="Luka De Lacey" userId="7c5079d1e183509d" providerId="LiveId" clId="{023B67FE-E4C5-42E2-A7E8-295CAE2B4F0E}" dt="2026-04-09T00:50:26.746" v="7420" actId="20577"/>
          <ac:spMkLst>
            <pc:docMk/>
            <pc:sldMk cId="252362121" sldId="272"/>
            <ac:spMk id="3" creationId="{9B6422F9-AE2D-329A-598E-1F3E0199D9D5}"/>
          </ac:spMkLst>
        </pc:spChg>
        <pc:spChg chg="add mod ord">
          <ac:chgData name="Luka De Lacey" userId="7c5079d1e183509d" providerId="LiveId" clId="{023B67FE-E4C5-42E2-A7E8-295CAE2B4F0E}" dt="2026-04-09T00:19:01.641" v="6746" actId="1076"/>
          <ac:spMkLst>
            <pc:docMk/>
            <pc:sldMk cId="252362121" sldId="272"/>
            <ac:spMk id="8" creationId="{C13E822B-7036-87AF-5274-089CE2BEFC50}"/>
          </ac:spMkLst>
        </pc:spChg>
        <pc:spChg chg="add mod">
          <ac:chgData name="Luka De Lacey" userId="7c5079d1e183509d" providerId="LiveId" clId="{023B67FE-E4C5-42E2-A7E8-295CAE2B4F0E}" dt="2026-04-09T00:19:37.017" v="6751" actId="14100"/>
          <ac:spMkLst>
            <pc:docMk/>
            <pc:sldMk cId="252362121" sldId="272"/>
            <ac:spMk id="9" creationId="{1FE6A54A-A78C-66A1-160E-BF85BDCA7DFE}"/>
          </ac:spMkLst>
        </pc:spChg>
        <pc:grpChg chg="add mod">
          <ac:chgData name="Luka De Lacey" userId="7c5079d1e183509d" providerId="LiveId" clId="{023B67FE-E4C5-42E2-A7E8-295CAE2B4F0E}" dt="2026-04-09T00:19:01.641" v="6746" actId="1076"/>
          <ac:grpSpMkLst>
            <pc:docMk/>
            <pc:sldMk cId="252362121" sldId="272"/>
            <ac:grpSpMk id="7" creationId="{C492A40D-13B9-BDAD-9204-663DB424EF7F}"/>
          </ac:grpSpMkLst>
        </pc:grpChg>
        <pc:picChg chg="add mod">
          <ac:chgData name="Luka De Lacey" userId="7c5079d1e183509d" providerId="LiveId" clId="{023B67FE-E4C5-42E2-A7E8-295CAE2B4F0E}" dt="2026-04-09T00:15:35.826" v="6726" actId="208"/>
          <ac:picMkLst>
            <pc:docMk/>
            <pc:sldMk cId="252362121" sldId="272"/>
            <ac:picMk id="5" creationId="{3AA60A2C-5C41-794F-CADB-4BC84587A2AB}"/>
          </ac:picMkLst>
        </pc:picChg>
        <pc:picChg chg="mod modCrop">
          <ac:chgData name="Luka De Lacey" userId="7c5079d1e183509d" providerId="LiveId" clId="{023B67FE-E4C5-42E2-A7E8-295CAE2B4F0E}" dt="2026-04-09T00:16:24.118" v="6733" actId="732"/>
          <ac:picMkLst>
            <pc:docMk/>
            <pc:sldMk cId="252362121" sldId="272"/>
            <ac:picMk id="6" creationId="{B65C2A4C-C975-2337-D134-456658CCC597}"/>
          </ac:picMkLst>
        </pc:picChg>
      </pc:sldChg>
      <pc:sldChg chg="addSp modSp new mod">
        <pc:chgData name="Luka De Lacey" userId="7c5079d1e183509d" providerId="LiveId" clId="{023B67FE-E4C5-42E2-A7E8-295CAE2B4F0E}" dt="2026-04-09T00:44:17.501" v="7187" actId="27636"/>
        <pc:sldMkLst>
          <pc:docMk/>
          <pc:sldMk cId="1175315257" sldId="273"/>
        </pc:sldMkLst>
        <pc:spChg chg="mod ord">
          <ac:chgData name="Luka De Lacey" userId="7c5079d1e183509d" providerId="LiveId" clId="{023B67FE-E4C5-42E2-A7E8-295CAE2B4F0E}" dt="2026-04-09T00:44:17.501" v="7187" actId="27636"/>
          <ac:spMkLst>
            <pc:docMk/>
            <pc:sldMk cId="1175315257" sldId="273"/>
            <ac:spMk id="2" creationId="{C9DBB717-E9F4-0D61-5929-831A1993B149}"/>
          </ac:spMkLst>
        </pc:spChg>
        <pc:picChg chg="add mod modCrop">
          <ac:chgData name="Luka De Lacey" userId="7c5079d1e183509d" providerId="LiveId" clId="{023B67FE-E4C5-42E2-A7E8-295CAE2B4F0E}" dt="2026-04-09T00:43:32.776" v="7173" actId="1076"/>
          <ac:picMkLst>
            <pc:docMk/>
            <pc:sldMk cId="1175315257" sldId="273"/>
            <ac:picMk id="5" creationId="{BA3CCDA1-9B27-1059-5AA0-14B938D639E1}"/>
          </ac:picMkLst>
        </pc:picChg>
        <pc:picChg chg="add mod">
          <ac:chgData name="Luka De Lacey" userId="7c5079d1e183509d" providerId="LiveId" clId="{023B67FE-E4C5-42E2-A7E8-295CAE2B4F0E}" dt="2026-04-09T00:43:35.542" v="7174" actId="1076"/>
          <ac:picMkLst>
            <pc:docMk/>
            <pc:sldMk cId="1175315257" sldId="273"/>
            <ac:picMk id="7" creationId="{D0BAEB18-3533-0AA4-CD02-17B59619934B}"/>
          </ac:picMkLst>
        </pc:picChg>
      </pc:sldChg>
      <pc:sldChg chg="addSp delSp modSp add mod ord">
        <pc:chgData name="Luka De Lacey" userId="7c5079d1e183509d" providerId="LiveId" clId="{023B67FE-E4C5-42E2-A7E8-295CAE2B4F0E}" dt="2026-04-09T00:46:45.915" v="7229" actId="1076"/>
        <pc:sldMkLst>
          <pc:docMk/>
          <pc:sldMk cId="1171554105" sldId="274"/>
        </pc:sldMkLst>
        <pc:spChg chg="mod">
          <ac:chgData name="Luka De Lacey" userId="7c5079d1e183509d" providerId="LiveId" clId="{023B67FE-E4C5-42E2-A7E8-295CAE2B4F0E}" dt="2026-04-09T00:46:05.154" v="7210"/>
          <ac:spMkLst>
            <pc:docMk/>
            <pc:sldMk cId="1171554105" sldId="274"/>
            <ac:spMk id="2" creationId="{EC06435F-0E97-88F3-0826-655409FBB445}"/>
          </ac:spMkLst>
        </pc:spChg>
        <pc:spChg chg="mod">
          <ac:chgData name="Luka De Lacey" userId="7c5079d1e183509d" providerId="LiveId" clId="{023B67FE-E4C5-42E2-A7E8-295CAE2B4F0E}" dt="2026-04-09T00:46:13.228" v="7216" actId="27636"/>
          <ac:spMkLst>
            <pc:docMk/>
            <pc:sldMk cId="1171554105" sldId="274"/>
            <ac:spMk id="3" creationId="{83DF29DD-9391-E6AB-F2EE-28A8EF485B45}"/>
          </ac:spMkLst>
        </pc:spChg>
        <pc:spChg chg="add mod">
          <ac:chgData name="Luka De Lacey" userId="7c5079d1e183509d" providerId="LiveId" clId="{023B67FE-E4C5-42E2-A7E8-295CAE2B4F0E}" dt="2026-04-09T00:46:28.613" v="7223" actId="1076"/>
          <ac:spMkLst>
            <pc:docMk/>
            <pc:sldMk cId="1171554105" sldId="274"/>
            <ac:spMk id="7" creationId="{C5D975A9-0AE5-8777-CC8D-725776B51E87}"/>
          </ac:spMkLst>
        </pc:spChg>
        <pc:picChg chg="add mod modCrop">
          <ac:chgData name="Luka De Lacey" userId="7c5079d1e183509d" providerId="LiveId" clId="{023B67FE-E4C5-42E2-A7E8-295CAE2B4F0E}" dt="2026-04-09T00:46:45.915" v="7229" actId="1076"/>
          <ac:picMkLst>
            <pc:docMk/>
            <pc:sldMk cId="1171554105" sldId="274"/>
            <ac:picMk id="4" creationId="{41687E71-6FB7-7782-C74D-7118F1F957BB}"/>
          </ac:picMkLst>
        </pc:picChg>
        <pc:picChg chg="del">
          <ac:chgData name="Luka De Lacey" userId="7c5079d1e183509d" providerId="LiveId" clId="{023B67FE-E4C5-42E2-A7E8-295CAE2B4F0E}" dt="2026-04-09T00:46:19.219" v="7218" actId="478"/>
          <ac:picMkLst>
            <pc:docMk/>
            <pc:sldMk cId="1171554105" sldId="274"/>
            <ac:picMk id="5" creationId="{354CEA2B-E57A-42B1-4768-4CCEE540CF9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368BC-E7E1-4DE4-A680-B359EC263427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813D0-B141-48C3-B44C-F59AD8F8415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8725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There is another key consideration – SD positioning is relative to MCR right?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13D0-B141-48C3-B44C-F59AD8F8415A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9386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Clear skew on economics, GAL-TAN seems to vary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13D0-B141-48C3-B44C-F59AD8F8415A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52299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4AD19-108C-9BEE-F5CC-3586B775C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0E02F3-327B-C371-89CF-BFA78C060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C962E-8F3B-58D6-AD05-68C0531E3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010D-EE6E-49D4-999F-14933D66CA71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1EE19-D653-F586-FF50-36FAC6B05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0FD09-BDAA-B270-809B-1424F083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D811-5226-462E-904D-7369B6B421E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07406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A7B30-2F94-942B-913F-9D870CDFA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BBCBF-135E-2E5A-D067-A0923A8C6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7C8DD-355B-ED41-C914-F00FF017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010D-EE6E-49D4-999F-14933D66CA71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C4E23-B709-AF22-DCEE-465F5474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9A95D-2ECB-7540-9872-191B3D65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D811-5226-462E-904D-7369B6B421E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4676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33A74-7301-C449-C3DA-3C2F6F460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B36B4-C289-7E8B-F33C-1603DC9AE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9C13A-5FDC-28C0-6F8C-3CDF8F97B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010D-EE6E-49D4-999F-14933D66CA71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638A3-323F-88E6-9466-4ED244913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0DCCA-AF9D-ABDD-B6A1-DC5144D3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D811-5226-462E-904D-7369B6B421E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85791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93E9-D3DF-F50B-1D89-B32CED75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2C14E-3E1A-CFA8-6B3A-DB022478E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CF17B-FB58-0BBF-F578-6D4003A6B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62F5B-46D5-FECA-4D61-F60F6B39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010D-EE6E-49D4-999F-14933D66CA71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3AAEE-0BB7-1D2D-681F-2454BF9F1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CBB92-3CD7-2185-ED41-49E42C7A8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D811-5226-462E-904D-7369B6B421E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24531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5D351-27E0-1191-927F-023F97884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F0BD4-417E-0B53-230C-B87DC1250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BEED75-6549-4C9F-9B7E-78E8B783A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71246-F4B1-B87D-9680-0222B68B1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A831BA-C138-F61A-52C6-2CA955FBE8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7D7852-1EB0-8320-5CC9-62997E7F4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010D-EE6E-49D4-999F-14933D66CA71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1814B1-87DD-AF47-9E59-88B14DF7F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0D926F-42CC-E165-BCF8-3177E0A1B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D811-5226-462E-904D-7369B6B421E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869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D59F5-5F98-829C-D74B-8CD9DB655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637155-6C86-0FA1-9D88-A58193FEB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010D-EE6E-49D4-999F-14933D66CA71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0AE99-4EBA-F4E9-C922-45062FF31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E3F70-0A39-35A8-6034-CFD9E247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D811-5226-462E-904D-7369B6B421E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71664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73C-D8A6-3CC4-A4AA-91B2C3540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010D-EE6E-49D4-999F-14933D66CA71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0DD54-3234-63DE-3F18-3C067805B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7ED52-179D-B8A2-1874-BA0EEBAC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D811-5226-462E-904D-7369B6B421E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36940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FD246-D697-41E2-975A-47D527D2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CF811-AFD4-E03F-E91D-2BAF08445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6259E-3797-6BF2-D165-173C4FE4D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C3C3F-9D31-1A14-1D3E-A1D5D834B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010D-EE6E-49D4-999F-14933D66CA71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D7A41-A44D-5916-BEBD-E8BDEECB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604A7-DD75-9F0D-D7A5-8AF77D209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D811-5226-462E-904D-7369B6B421E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965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0CEFB-8C9E-A483-CAB5-9DEA3DC68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97299A-E7C6-7E16-2D18-077A00D0B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DA09B-4262-82B5-3F9D-E23EDEE8B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5B233-4998-1FC7-3ECD-D8C7151EB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010D-EE6E-49D4-999F-14933D66CA71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4CE82-221D-D4FE-F36D-4C2644E3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9A057-7E97-E0E9-5B9A-1560B2BCE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D811-5226-462E-904D-7369B6B421E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53307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F73BB-A616-1A4F-4EAE-94E6A8D12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348FA-4DB2-8428-4AAF-E710214A3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A8DE6-6D32-EF55-00FF-4FC7F0D82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010D-EE6E-49D4-999F-14933D66CA71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B5B0D-C631-09EE-6E3B-0877185C5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222F0-F1C8-412A-8B31-EB66B51C4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D811-5226-462E-904D-7369B6B421E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55016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867477-D5EF-55CF-F5B6-233DAD3238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7F3F7-A44C-ED2B-66EE-88662CEE1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4D91E-12ED-458D-F103-8941FCBAD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010D-EE6E-49D4-999F-14933D66CA71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A88A9-94D9-9814-3F2E-63C22FEA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2451E-DF6A-55E8-B0DA-C0EAA2205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D811-5226-462E-904D-7369B6B421E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1437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2368BE-4C87-1833-C501-78CC3E050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A8864-3D8B-7658-38E1-2CE3D24CF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ADCAB-210C-A151-BD7D-98E8CC93F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00010D-EE6E-49D4-999F-14933D66CA71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11A80-A13A-C5CD-0569-EBE15CE7D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C5A5D-A6D2-CB43-2ABE-CB433D322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7D811-5226-462E-904D-7369B6B421E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3777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A597D97-203B-498B-95D3-E90DC961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8" descr="Greece: Syriza close to office, elites close to panic | Counterfire">
            <a:extLst>
              <a:ext uri="{FF2B5EF4-FFF2-40B4-BE49-F238E27FC236}">
                <a16:creationId xmlns:a16="http://schemas.microsoft.com/office/drawing/2014/main" id="{01D99EB4-3E9F-10FA-476C-762BBA5F2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6" b="21882"/>
          <a:stretch>
            <a:fillRect/>
          </a:stretch>
        </p:blipFill>
        <p:spPr bwMode="auto">
          <a:xfrm>
            <a:off x="4267201" y="10"/>
            <a:ext cx="7924800" cy="3383270"/>
          </a:xfrm>
          <a:prstGeom prst="rect">
            <a:avLst/>
          </a:prstGeom>
          <a:noFill/>
          <a:ln w="762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The Credibility Trap: Europe's Center-Left Parties Stuck in a Dead End -  DER SPIEGEL">
            <a:extLst>
              <a:ext uri="{FF2B5EF4-FFF2-40B4-BE49-F238E27FC236}">
                <a16:creationId xmlns:a16="http://schemas.microsoft.com/office/drawing/2014/main" id="{F00C4EBA-5CB0-4F3E-D8E7-89FD20EB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3" r="2" b="35124"/>
          <a:stretch>
            <a:fillRect/>
          </a:stretch>
        </p:blipFill>
        <p:spPr bwMode="auto">
          <a:xfrm>
            <a:off x="4650916" y="3474720"/>
            <a:ext cx="7555832" cy="3383280"/>
          </a:xfrm>
          <a:prstGeom prst="rect">
            <a:avLst/>
          </a:prstGeom>
          <a:noFill/>
          <a:ln w="762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6" name="Freeform: Shape 19">
            <a:extLst>
              <a:ext uri="{FF2B5EF4-FFF2-40B4-BE49-F238E27FC236}">
                <a16:creationId xmlns:a16="http://schemas.microsoft.com/office/drawing/2014/main" id="{6A6EF10E-DF41-4BD3-8EB4-6F646531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44272" cy="6858000"/>
          </a:xfrm>
          <a:custGeom>
            <a:avLst/>
            <a:gdLst>
              <a:gd name="connsiteX0" fmla="*/ 0 w 6244272"/>
              <a:gd name="connsiteY0" fmla="*/ 0 h 6858000"/>
              <a:gd name="connsiteX1" fmla="*/ 732568 w 6244272"/>
              <a:gd name="connsiteY1" fmla="*/ 0 h 6858000"/>
              <a:gd name="connsiteX2" fmla="*/ 947849 w 6244272"/>
              <a:gd name="connsiteY2" fmla="*/ 0 h 6858000"/>
              <a:gd name="connsiteX3" fmla="*/ 1823619 w 6244272"/>
              <a:gd name="connsiteY3" fmla="*/ 0 h 6858000"/>
              <a:gd name="connsiteX4" fmla="*/ 5235673 w 6244272"/>
              <a:gd name="connsiteY4" fmla="*/ 0 h 6858000"/>
              <a:gd name="connsiteX5" fmla="*/ 4933297 w 6244272"/>
              <a:gd name="connsiteY5" fmla="*/ 110269 h 6858000"/>
              <a:gd name="connsiteX6" fmla="*/ 4976910 w 6244272"/>
              <a:gd name="connsiteY6" fmla="*/ 135168 h 6858000"/>
              <a:gd name="connsiteX7" fmla="*/ 5238580 w 6244272"/>
              <a:gd name="connsiteY7" fmla="*/ 71141 h 6858000"/>
              <a:gd name="connsiteX8" fmla="*/ 5290914 w 6244272"/>
              <a:gd name="connsiteY8" fmla="*/ 88927 h 6858000"/>
              <a:gd name="connsiteX9" fmla="*/ 5264747 w 6244272"/>
              <a:gd name="connsiteY9" fmla="*/ 163625 h 6858000"/>
              <a:gd name="connsiteX10" fmla="*/ 5151357 w 6244272"/>
              <a:gd name="connsiteY10" fmla="*/ 192082 h 6858000"/>
              <a:gd name="connsiteX11" fmla="*/ 4974002 w 6244272"/>
              <a:gd name="connsiteY11" fmla="*/ 373491 h 6858000"/>
              <a:gd name="connsiteX12" fmla="*/ 5241488 w 6244272"/>
              <a:gd name="connsiteY12" fmla="*/ 352148 h 6858000"/>
              <a:gd name="connsiteX13" fmla="*/ 5288007 w 6244272"/>
              <a:gd name="connsiteY13" fmla="*/ 394834 h 6858000"/>
              <a:gd name="connsiteX14" fmla="*/ 5305452 w 6244272"/>
              <a:gd name="connsiteY14" fmla="*/ 451747 h 6858000"/>
              <a:gd name="connsiteX15" fmla="*/ 5383953 w 6244272"/>
              <a:gd name="connsiteY15" fmla="*/ 359262 h 6858000"/>
              <a:gd name="connsiteX16" fmla="*/ 5450825 w 6244272"/>
              <a:gd name="connsiteY16" fmla="*/ 334364 h 6858000"/>
              <a:gd name="connsiteX17" fmla="*/ 5471177 w 6244272"/>
              <a:gd name="connsiteY17" fmla="*/ 416176 h 6858000"/>
              <a:gd name="connsiteX18" fmla="*/ 5410121 w 6244272"/>
              <a:gd name="connsiteY18" fmla="*/ 505101 h 6858000"/>
              <a:gd name="connsiteX19" fmla="*/ 5247303 w 6244272"/>
              <a:gd name="connsiteY19" fmla="*/ 558458 h 6858000"/>
              <a:gd name="connsiteX20" fmla="*/ 5421750 w 6244272"/>
              <a:gd name="connsiteY20" fmla="*/ 558458 h 6858000"/>
              <a:gd name="connsiteX21" fmla="*/ 5622364 w 6244272"/>
              <a:gd name="connsiteY21" fmla="*/ 522887 h 6858000"/>
              <a:gd name="connsiteX22" fmla="*/ 5834608 w 6244272"/>
              <a:gd name="connsiteY22" fmla="*/ 533558 h 6858000"/>
              <a:gd name="connsiteX23" fmla="*/ 6035223 w 6244272"/>
              <a:gd name="connsiteY23" fmla="*/ 462417 h 6858000"/>
              <a:gd name="connsiteX24" fmla="*/ 6238745 w 6244272"/>
              <a:gd name="connsiteY24" fmla="*/ 465975 h 6858000"/>
              <a:gd name="connsiteX25" fmla="*/ 5337434 w 6244272"/>
              <a:gd name="connsiteY25" fmla="*/ 910606 h 6858000"/>
              <a:gd name="connsiteX26" fmla="*/ 5381046 w 6244272"/>
              <a:gd name="connsiteY26" fmla="*/ 921277 h 6858000"/>
              <a:gd name="connsiteX27" fmla="*/ 5439195 w 6244272"/>
              <a:gd name="connsiteY27" fmla="*/ 949734 h 6858000"/>
              <a:gd name="connsiteX28" fmla="*/ 5395583 w 6244272"/>
              <a:gd name="connsiteY28" fmla="*/ 1006647 h 6858000"/>
              <a:gd name="connsiteX29" fmla="*/ 5160079 w 6244272"/>
              <a:gd name="connsiteY29" fmla="*/ 1113358 h 6858000"/>
              <a:gd name="connsiteX30" fmla="*/ 5101930 w 6244272"/>
              <a:gd name="connsiteY30" fmla="*/ 1220069 h 6858000"/>
              <a:gd name="connsiteX31" fmla="*/ 5174617 w 6244272"/>
              <a:gd name="connsiteY31" fmla="*/ 1209399 h 6858000"/>
              <a:gd name="connsiteX32" fmla="*/ 5238580 w 6244272"/>
              <a:gd name="connsiteY32" fmla="*/ 1230741 h 6858000"/>
              <a:gd name="connsiteX33" fmla="*/ 5212414 w 6244272"/>
              <a:gd name="connsiteY33" fmla="*/ 1365909 h 6858000"/>
              <a:gd name="connsiteX34" fmla="*/ 4878056 w 6244272"/>
              <a:gd name="connsiteY34" fmla="*/ 1540204 h 6858000"/>
              <a:gd name="connsiteX35" fmla="*/ 4848982 w 6244272"/>
              <a:gd name="connsiteY35" fmla="*/ 1597117 h 6858000"/>
              <a:gd name="connsiteX36" fmla="*/ 4889686 w 6244272"/>
              <a:gd name="connsiteY36" fmla="*/ 1636245 h 6858000"/>
              <a:gd name="connsiteX37" fmla="*/ 4997261 w 6244272"/>
              <a:gd name="connsiteY37" fmla="*/ 1657587 h 6858000"/>
              <a:gd name="connsiteX38" fmla="*/ 4846074 w 6244272"/>
              <a:gd name="connsiteY38" fmla="*/ 1849668 h 6858000"/>
              <a:gd name="connsiteX39" fmla="*/ 4790832 w 6244272"/>
              <a:gd name="connsiteY39" fmla="*/ 1903025 h 6858000"/>
              <a:gd name="connsiteX40" fmla="*/ 4694886 w 6244272"/>
              <a:gd name="connsiteY40" fmla="*/ 1984836 h 6858000"/>
              <a:gd name="connsiteX41" fmla="*/ 4694886 w 6244272"/>
              <a:gd name="connsiteY41" fmla="*/ 2013292 h 6858000"/>
              <a:gd name="connsiteX42" fmla="*/ 4822814 w 6244272"/>
              <a:gd name="connsiteY42" fmla="*/ 2102219 h 6858000"/>
              <a:gd name="connsiteX43" fmla="*/ 5055411 w 6244272"/>
              <a:gd name="connsiteY43" fmla="*/ 2077320 h 6858000"/>
              <a:gd name="connsiteX44" fmla="*/ 4712331 w 6244272"/>
              <a:gd name="connsiteY44" fmla="*/ 2208931 h 6858000"/>
              <a:gd name="connsiteX45" fmla="*/ 5822979 w 6244272"/>
              <a:gd name="connsiteY45" fmla="*/ 1892353 h 6858000"/>
              <a:gd name="connsiteX46" fmla="*/ 5753200 w 6244272"/>
              <a:gd name="connsiteY46" fmla="*/ 1974165 h 6858000"/>
              <a:gd name="connsiteX47" fmla="*/ 5363601 w 6244272"/>
              <a:gd name="connsiteY47" fmla="*/ 2191146 h 6858000"/>
              <a:gd name="connsiteX48" fmla="*/ 5253118 w 6244272"/>
              <a:gd name="connsiteY48" fmla="*/ 2326314 h 6858000"/>
              <a:gd name="connsiteX49" fmla="*/ 5136819 w 6244272"/>
              <a:gd name="connsiteY49" fmla="*/ 2401012 h 6858000"/>
              <a:gd name="connsiteX50" fmla="*/ 4974002 w 6244272"/>
              <a:gd name="connsiteY50" fmla="*/ 2401012 h 6858000"/>
              <a:gd name="connsiteX51" fmla="*/ 4857704 w 6244272"/>
              <a:gd name="connsiteY51" fmla="*/ 2518395 h 6858000"/>
              <a:gd name="connsiteX52" fmla="*/ 4976910 w 6244272"/>
              <a:gd name="connsiteY52" fmla="*/ 2543294 h 6858000"/>
              <a:gd name="connsiteX53" fmla="*/ 5116467 w 6244272"/>
              <a:gd name="connsiteY53" fmla="*/ 2525509 h 6858000"/>
              <a:gd name="connsiteX54" fmla="*/ 5273470 w 6244272"/>
              <a:gd name="connsiteY54" fmla="*/ 2564636 h 6858000"/>
              <a:gd name="connsiteX55" fmla="*/ 5418843 w 6244272"/>
              <a:gd name="connsiteY55" fmla="*/ 2532623 h 6858000"/>
              <a:gd name="connsiteX56" fmla="*/ 5593290 w 6244272"/>
              <a:gd name="connsiteY56" fmla="*/ 2553965 h 6858000"/>
              <a:gd name="connsiteX57" fmla="*/ 5648532 w 6244272"/>
              <a:gd name="connsiteY57" fmla="*/ 2692689 h 6858000"/>
              <a:gd name="connsiteX58" fmla="*/ 5665976 w 6244272"/>
              <a:gd name="connsiteY58" fmla="*/ 2703362 h 6858000"/>
              <a:gd name="connsiteX59" fmla="*/ 5988704 w 6244272"/>
              <a:gd name="connsiteY59" fmla="*/ 2923898 h 6858000"/>
              <a:gd name="connsiteX60" fmla="*/ 6078835 w 6244272"/>
              <a:gd name="connsiteY60" fmla="*/ 2941684 h 6858000"/>
              <a:gd name="connsiteX61" fmla="*/ 5546771 w 6244272"/>
              <a:gd name="connsiteY61" fmla="*/ 3329402 h 6858000"/>
              <a:gd name="connsiteX62" fmla="*/ 5904388 w 6244272"/>
              <a:gd name="connsiteY62" fmla="*/ 3229805 h 6858000"/>
              <a:gd name="connsiteX63" fmla="*/ 5953814 w 6244272"/>
              <a:gd name="connsiteY63" fmla="*/ 3393429 h 6858000"/>
              <a:gd name="connsiteX64" fmla="*/ 5785182 w 6244272"/>
              <a:gd name="connsiteY64" fmla="*/ 3539269 h 6858000"/>
              <a:gd name="connsiteX65" fmla="*/ 5724125 w 6244272"/>
              <a:gd name="connsiteY65" fmla="*/ 3827390 h 6858000"/>
              <a:gd name="connsiteX66" fmla="*/ 5753200 w 6244272"/>
              <a:gd name="connsiteY66" fmla="*/ 4090612 h 6858000"/>
              <a:gd name="connsiteX67" fmla="*/ 5825886 w 6244272"/>
              <a:gd name="connsiteY67" fmla="*/ 4172424 h 6858000"/>
              <a:gd name="connsiteX68" fmla="*/ 5930554 w 6244272"/>
              <a:gd name="connsiteY68" fmla="*/ 4321821 h 6858000"/>
              <a:gd name="connsiteX69" fmla="*/ 5994519 w 6244272"/>
              <a:gd name="connsiteY69" fmla="*/ 4414305 h 6858000"/>
              <a:gd name="connsiteX70" fmla="*/ 6218393 w 6244272"/>
              <a:gd name="connsiteY70" fmla="*/ 4378734 h 6858000"/>
              <a:gd name="connsiteX71" fmla="*/ 5918925 w 6244272"/>
              <a:gd name="connsiteY71" fmla="*/ 4613499 h 6858000"/>
              <a:gd name="connsiteX72" fmla="*/ 6160243 w 6244272"/>
              <a:gd name="connsiteY72" fmla="*/ 4585042 h 6858000"/>
              <a:gd name="connsiteX73" fmla="*/ 6238745 w 6244272"/>
              <a:gd name="connsiteY73" fmla="*/ 4602828 h 6858000"/>
              <a:gd name="connsiteX74" fmla="*/ 6195133 w 6244272"/>
              <a:gd name="connsiteY74" fmla="*/ 4677526 h 6858000"/>
              <a:gd name="connsiteX75" fmla="*/ 6017778 w 6244272"/>
              <a:gd name="connsiteY75" fmla="*/ 4805580 h 6858000"/>
              <a:gd name="connsiteX76" fmla="*/ 5651439 w 6244272"/>
              <a:gd name="connsiteY76" fmla="*/ 5154171 h 6858000"/>
              <a:gd name="connsiteX77" fmla="*/ 6006149 w 6244272"/>
              <a:gd name="connsiteY77" fmla="*/ 4994104 h 6858000"/>
              <a:gd name="connsiteX78" fmla="*/ 5633994 w 6244272"/>
              <a:gd name="connsiteY78" fmla="*/ 5353367 h 6858000"/>
              <a:gd name="connsiteX79" fmla="*/ 5552586 w 6244272"/>
              <a:gd name="connsiteY79" fmla="*/ 5474306 h 6858000"/>
              <a:gd name="connsiteX80" fmla="*/ 5383953 w 6244272"/>
              <a:gd name="connsiteY80" fmla="*/ 5769542 h 6858000"/>
              <a:gd name="connsiteX81" fmla="*/ 5392675 w 6244272"/>
              <a:gd name="connsiteY81" fmla="*/ 5801555 h 6858000"/>
              <a:gd name="connsiteX82" fmla="*/ 5584568 w 6244272"/>
              <a:gd name="connsiteY82" fmla="*/ 5755314 h 6858000"/>
              <a:gd name="connsiteX83" fmla="*/ 5334526 w 6244272"/>
              <a:gd name="connsiteY83" fmla="*/ 6004307 h 6858000"/>
              <a:gd name="connsiteX84" fmla="*/ 5075763 w 6244272"/>
              <a:gd name="connsiteY84" fmla="*/ 6196388 h 6858000"/>
              <a:gd name="connsiteX85" fmla="*/ 5258933 w 6244272"/>
              <a:gd name="connsiteY85" fmla="*/ 6167932 h 6858000"/>
              <a:gd name="connsiteX86" fmla="*/ 5511881 w 6244272"/>
              <a:gd name="connsiteY86" fmla="*/ 6057663 h 6858000"/>
              <a:gd name="connsiteX87" fmla="*/ 5599105 w 6244272"/>
              <a:gd name="connsiteY87" fmla="*/ 6100347 h 6858000"/>
              <a:gd name="connsiteX88" fmla="*/ 5360693 w 6244272"/>
              <a:gd name="connsiteY88" fmla="*/ 6281757 h 6858000"/>
              <a:gd name="connsiteX89" fmla="*/ 5224043 w 6244272"/>
              <a:gd name="connsiteY89" fmla="*/ 6367127 h 6858000"/>
              <a:gd name="connsiteX90" fmla="*/ 5168801 w 6244272"/>
              <a:gd name="connsiteY90" fmla="*/ 6431153 h 6858000"/>
              <a:gd name="connsiteX91" fmla="*/ 5011799 w 6244272"/>
              <a:gd name="connsiteY91" fmla="*/ 6658805 h 6858000"/>
              <a:gd name="connsiteX92" fmla="*/ 4651275 w 6244272"/>
              <a:gd name="connsiteY92" fmla="*/ 6858000 h 6858000"/>
              <a:gd name="connsiteX93" fmla="*/ 1823619 w 6244272"/>
              <a:gd name="connsiteY93" fmla="*/ 6858000 h 6858000"/>
              <a:gd name="connsiteX94" fmla="*/ 947849 w 6244272"/>
              <a:gd name="connsiteY94" fmla="*/ 6858000 h 6858000"/>
              <a:gd name="connsiteX95" fmla="*/ 732568 w 6244272"/>
              <a:gd name="connsiteY95" fmla="*/ 6858000 h 6858000"/>
              <a:gd name="connsiteX96" fmla="*/ 0 w 6244272"/>
              <a:gd name="connsiteY9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244272" h="6858000">
                <a:moveTo>
                  <a:pt x="0" y="0"/>
                </a:moveTo>
                <a:lnTo>
                  <a:pt x="732568" y="0"/>
                </a:lnTo>
                <a:lnTo>
                  <a:pt x="947849" y="0"/>
                </a:lnTo>
                <a:lnTo>
                  <a:pt x="1823619" y="0"/>
                </a:lnTo>
                <a:lnTo>
                  <a:pt x="5235673" y="0"/>
                </a:lnTo>
                <a:cubicBezTo>
                  <a:pt x="5133912" y="35571"/>
                  <a:pt x="5035058" y="78255"/>
                  <a:pt x="4933297" y="110269"/>
                </a:cubicBezTo>
                <a:cubicBezTo>
                  <a:pt x="4947835" y="145839"/>
                  <a:pt x="4962372" y="138725"/>
                  <a:pt x="4976910" y="135168"/>
                </a:cubicBezTo>
                <a:cubicBezTo>
                  <a:pt x="5064133" y="120941"/>
                  <a:pt x="5154264" y="110269"/>
                  <a:pt x="5238580" y="71141"/>
                </a:cubicBezTo>
                <a:cubicBezTo>
                  <a:pt x="5258933" y="64027"/>
                  <a:pt x="5282192" y="64027"/>
                  <a:pt x="5290914" y="88927"/>
                </a:cubicBezTo>
                <a:cubicBezTo>
                  <a:pt x="5305452" y="124497"/>
                  <a:pt x="5285100" y="145839"/>
                  <a:pt x="5264747" y="163625"/>
                </a:cubicBezTo>
                <a:cubicBezTo>
                  <a:pt x="5229858" y="195638"/>
                  <a:pt x="5189154" y="188525"/>
                  <a:pt x="5151357" y="192082"/>
                </a:cubicBezTo>
                <a:cubicBezTo>
                  <a:pt x="5046689" y="209867"/>
                  <a:pt x="4997261" y="259665"/>
                  <a:pt x="4974002" y="373491"/>
                </a:cubicBezTo>
                <a:cubicBezTo>
                  <a:pt x="5064133" y="327250"/>
                  <a:pt x="5154264" y="384162"/>
                  <a:pt x="5241488" y="352148"/>
                </a:cubicBezTo>
                <a:cubicBezTo>
                  <a:pt x="5264747" y="345034"/>
                  <a:pt x="5299637" y="355706"/>
                  <a:pt x="5288007" y="394834"/>
                </a:cubicBezTo>
                <a:cubicBezTo>
                  <a:pt x="5276378" y="430405"/>
                  <a:pt x="5238580" y="458860"/>
                  <a:pt x="5305452" y="451747"/>
                </a:cubicBezTo>
                <a:cubicBezTo>
                  <a:pt x="5354879" y="448189"/>
                  <a:pt x="5369416" y="405504"/>
                  <a:pt x="5383953" y="359262"/>
                </a:cubicBezTo>
                <a:cubicBezTo>
                  <a:pt x="5395583" y="334364"/>
                  <a:pt x="5427565" y="320135"/>
                  <a:pt x="5450825" y="334364"/>
                </a:cubicBezTo>
                <a:cubicBezTo>
                  <a:pt x="5479899" y="348592"/>
                  <a:pt x="5471177" y="387720"/>
                  <a:pt x="5471177" y="416176"/>
                </a:cubicBezTo>
                <a:cubicBezTo>
                  <a:pt x="5474085" y="469532"/>
                  <a:pt x="5450825" y="494431"/>
                  <a:pt x="5410121" y="505101"/>
                </a:cubicBezTo>
                <a:cubicBezTo>
                  <a:pt x="5360693" y="519330"/>
                  <a:pt x="5311267" y="537116"/>
                  <a:pt x="5247303" y="558458"/>
                </a:cubicBezTo>
                <a:cubicBezTo>
                  <a:pt x="5317082" y="594028"/>
                  <a:pt x="5369416" y="586915"/>
                  <a:pt x="5421750" y="558458"/>
                </a:cubicBezTo>
                <a:cubicBezTo>
                  <a:pt x="5485714" y="526444"/>
                  <a:pt x="5570030" y="483759"/>
                  <a:pt x="5622364" y="522887"/>
                </a:cubicBezTo>
                <a:cubicBezTo>
                  <a:pt x="5700865" y="579800"/>
                  <a:pt x="5764829" y="544229"/>
                  <a:pt x="5834608" y="533558"/>
                </a:cubicBezTo>
                <a:cubicBezTo>
                  <a:pt x="5979982" y="512216"/>
                  <a:pt x="5889850" y="480203"/>
                  <a:pt x="6035223" y="462417"/>
                </a:cubicBezTo>
                <a:cubicBezTo>
                  <a:pt x="6093372" y="455303"/>
                  <a:pt x="6154429" y="426847"/>
                  <a:pt x="6238745" y="465975"/>
                </a:cubicBezTo>
                <a:cubicBezTo>
                  <a:pt x="5857868" y="672284"/>
                  <a:pt x="5677606" y="658055"/>
                  <a:pt x="5337434" y="910606"/>
                </a:cubicBezTo>
                <a:cubicBezTo>
                  <a:pt x="5351971" y="935506"/>
                  <a:pt x="5366508" y="924835"/>
                  <a:pt x="5381046" y="921277"/>
                </a:cubicBezTo>
                <a:cubicBezTo>
                  <a:pt x="5404305" y="917720"/>
                  <a:pt x="5433380" y="903491"/>
                  <a:pt x="5439195" y="949734"/>
                </a:cubicBezTo>
                <a:cubicBezTo>
                  <a:pt x="5442103" y="985305"/>
                  <a:pt x="5424657" y="1003089"/>
                  <a:pt x="5395583" y="1006647"/>
                </a:cubicBezTo>
                <a:cubicBezTo>
                  <a:pt x="5311267" y="1020875"/>
                  <a:pt x="5235673" y="1070674"/>
                  <a:pt x="5160079" y="1113358"/>
                </a:cubicBezTo>
                <a:cubicBezTo>
                  <a:pt x="5125190" y="1131144"/>
                  <a:pt x="5087393" y="1156043"/>
                  <a:pt x="5101930" y="1220069"/>
                </a:cubicBezTo>
                <a:cubicBezTo>
                  <a:pt x="5131004" y="1237855"/>
                  <a:pt x="5151357" y="1212955"/>
                  <a:pt x="5174617" y="1209399"/>
                </a:cubicBezTo>
                <a:cubicBezTo>
                  <a:pt x="5197876" y="1205842"/>
                  <a:pt x="5253118" y="1220069"/>
                  <a:pt x="5238580" y="1230741"/>
                </a:cubicBezTo>
                <a:cubicBezTo>
                  <a:pt x="5171709" y="1269868"/>
                  <a:pt x="5293822" y="1365909"/>
                  <a:pt x="5212414" y="1365909"/>
                </a:cubicBezTo>
                <a:cubicBezTo>
                  <a:pt x="5078671" y="1365909"/>
                  <a:pt x="5005984" y="1536647"/>
                  <a:pt x="4878056" y="1540204"/>
                </a:cubicBezTo>
                <a:cubicBezTo>
                  <a:pt x="4857704" y="1540204"/>
                  <a:pt x="4848982" y="1572219"/>
                  <a:pt x="4848982" y="1597117"/>
                </a:cubicBezTo>
                <a:cubicBezTo>
                  <a:pt x="4848982" y="1629132"/>
                  <a:pt x="4869333" y="1632688"/>
                  <a:pt x="4889686" y="1636245"/>
                </a:cubicBezTo>
                <a:cubicBezTo>
                  <a:pt x="4921668" y="1639802"/>
                  <a:pt x="4956557" y="1597117"/>
                  <a:pt x="4997261" y="1657587"/>
                </a:cubicBezTo>
                <a:cubicBezTo>
                  <a:pt x="4921668" y="1693158"/>
                  <a:pt x="4843167" y="1728729"/>
                  <a:pt x="4846074" y="1849668"/>
                </a:cubicBezTo>
                <a:cubicBezTo>
                  <a:pt x="4846074" y="1881683"/>
                  <a:pt x="4814092" y="1895910"/>
                  <a:pt x="4790832" y="1903025"/>
                </a:cubicBezTo>
                <a:cubicBezTo>
                  <a:pt x="4750128" y="1917252"/>
                  <a:pt x="4718146" y="1938595"/>
                  <a:pt x="4694886" y="1984836"/>
                </a:cubicBezTo>
                <a:cubicBezTo>
                  <a:pt x="4694886" y="1995507"/>
                  <a:pt x="4694886" y="2002622"/>
                  <a:pt x="4694886" y="2013292"/>
                </a:cubicBezTo>
                <a:cubicBezTo>
                  <a:pt x="4700701" y="2123562"/>
                  <a:pt x="4758850" y="2120004"/>
                  <a:pt x="4822814" y="2102219"/>
                </a:cubicBezTo>
                <a:cubicBezTo>
                  <a:pt x="4898408" y="2080877"/>
                  <a:pt x="4974002" y="2038192"/>
                  <a:pt x="5055411" y="2077320"/>
                </a:cubicBezTo>
                <a:cubicBezTo>
                  <a:pt x="4942020" y="2130676"/>
                  <a:pt x="4817000" y="2134233"/>
                  <a:pt x="4712331" y="2208931"/>
                </a:cubicBezTo>
                <a:cubicBezTo>
                  <a:pt x="5101930" y="2223159"/>
                  <a:pt x="5445010" y="1984836"/>
                  <a:pt x="5822979" y="1892353"/>
                </a:cubicBezTo>
                <a:cubicBezTo>
                  <a:pt x="5811349" y="1952823"/>
                  <a:pt x="5779367" y="1967051"/>
                  <a:pt x="5753200" y="1974165"/>
                </a:cubicBezTo>
                <a:cubicBezTo>
                  <a:pt x="5613642" y="2020407"/>
                  <a:pt x="5491529" y="2112891"/>
                  <a:pt x="5363601" y="2191146"/>
                </a:cubicBezTo>
                <a:cubicBezTo>
                  <a:pt x="5311267" y="2223159"/>
                  <a:pt x="5273470" y="2258731"/>
                  <a:pt x="5253118" y="2326314"/>
                </a:cubicBezTo>
                <a:cubicBezTo>
                  <a:pt x="5235673" y="2390340"/>
                  <a:pt x="5200783" y="2418796"/>
                  <a:pt x="5136819" y="2401012"/>
                </a:cubicBezTo>
                <a:cubicBezTo>
                  <a:pt x="5084485" y="2386784"/>
                  <a:pt x="5029243" y="2393898"/>
                  <a:pt x="4974002" y="2401012"/>
                </a:cubicBezTo>
                <a:cubicBezTo>
                  <a:pt x="4912946" y="2408126"/>
                  <a:pt x="4843167" y="2479267"/>
                  <a:pt x="4857704" y="2518395"/>
                </a:cubicBezTo>
                <a:cubicBezTo>
                  <a:pt x="4886778" y="2582422"/>
                  <a:pt x="4936205" y="2550408"/>
                  <a:pt x="4976910" y="2543294"/>
                </a:cubicBezTo>
                <a:cubicBezTo>
                  <a:pt x="5026336" y="2536181"/>
                  <a:pt x="5116467" y="2518395"/>
                  <a:pt x="5116467" y="2525509"/>
                </a:cubicBezTo>
                <a:cubicBezTo>
                  <a:pt x="5148450" y="2685576"/>
                  <a:pt x="5221136" y="2564636"/>
                  <a:pt x="5273470" y="2564636"/>
                </a:cubicBezTo>
                <a:cubicBezTo>
                  <a:pt x="5322897" y="2564636"/>
                  <a:pt x="5372323" y="2546851"/>
                  <a:pt x="5418843" y="2532623"/>
                </a:cubicBezTo>
                <a:cubicBezTo>
                  <a:pt x="5479899" y="2514837"/>
                  <a:pt x="5535140" y="2546851"/>
                  <a:pt x="5593290" y="2553965"/>
                </a:cubicBezTo>
                <a:cubicBezTo>
                  <a:pt x="5645624" y="2561080"/>
                  <a:pt x="5616550" y="2653563"/>
                  <a:pt x="5648532" y="2692689"/>
                </a:cubicBezTo>
                <a:cubicBezTo>
                  <a:pt x="5654346" y="2703362"/>
                  <a:pt x="5660161" y="2703362"/>
                  <a:pt x="5665976" y="2703362"/>
                </a:cubicBezTo>
                <a:cubicBezTo>
                  <a:pt x="5683421" y="2980812"/>
                  <a:pt x="5988704" y="2913227"/>
                  <a:pt x="5988704" y="2923898"/>
                </a:cubicBezTo>
                <a:cubicBezTo>
                  <a:pt x="6014871" y="2941684"/>
                  <a:pt x="6046853" y="2899000"/>
                  <a:pt x="6078835" y="2941684"/>
                </a:cubicBezTo>
                <a:cubicBezTo>
                  <a:pt x="5942185" y="3137322"/>
                  <a:pt x="5732847" y="3183563"/>
                  <a:pt x="5546771" y="3329402"/>
                </a:cubicBezTo>
                <a:cubicBezTo>
                  <a:pt x="5700865" y="3379202"/>
                  <a:pt x="5790997" y="3208463"/>
                  <a:pt x="5904388" y="3229805"/>
                </a:cubicBezTo>
                <a:cubicBezTo>
                  <a:pt x="5959629" y="3283162"/>
                  <a:pt x="5793904" y="3368530"/>
                  <a:pt x="5953814" y="3393429"/>
                </a:cubicBezTo>
                <a:cubicBezTo>
                  <a:pt x="5884036" y="3439672"/>
                  <a:pt x="5834608" y="3485914"/>
                  <a:pt x="5785182" y="3539269"/>
                </a:cubicBezTo>
                <a:cubicBezTo>
                  <a:pt x="5700865" y="3635309"/>
                  <a:pt x="5683421" y="3699337"/>
                  <a:pt x="5724125" y="3827390"/>
                </a:cubicBezTo>
                <a:cubicBezTo>
                  <a:pt x="5750293" y="3912759"/>
                  <a:pt x="5788089" y="3991015"/>
                  <a:pt x="5753200" y="4090612"/>
                </a:cubicBezTo>
                <a:cubicBezTo>
                  <a:pt x="5729940" y="4158196"/>
                  <a:pt x="5738663" y="4204438"/>
                  <a:pt x="5825886" y="4172424"/>
                </a:cubicBezTo>
                <a:cubicBezTo>
                  <a:pt x="5918925" y="4140411"/>
                  <a:pt x="5953814" y="4200882"/>
                  <a:pt x="5930554" y="4321821"/>
                </a:cubicBezTo>
                <a:cubicBezTo>
                  <a:pt x="5916018" y="4400076"/>
                  <a:pt x="5930554" y="4424975"/>
                  <a:pt x="5994519" y="4414305"/>
                </a:cubicBezTo>
                <a:cubicBezTo>
                  <a:pt x="6064297" y="4403633"/>
                  <a:pt x="6131169" y="4353835"/>
                  <a:pt x="6218393" y="4378734"/>
                </a:cubicBezTo>
                <a:cubicBezTo>
                  <a:pt x="6148614" y="4521016"/>
                  <a:pt x="6000333" y="4478331"/>
                  <a:pt x="5918925" y="4613499"/>
                </a:cubicBezTo>
                <a:cubicBezTo>
                  <a:pt x="6014871" y="4613499"/>
                  <a:pt x="6090465" y="4613499"/>
                  <a:pt x="6160243" y="4585042"/>
                </a:cubicBezTo>
                <a:cubicBezTo>
                  <a:pt x="6189318" y="4574373"/>
                  <a:pt x="6221300" y="4560144"/>
                  <a:pt x="6238745" y="4602828"/>
                </a:cubicBezTo>
                <a:cubicBezTo>
                  <a:pt x="6259098" y="4652628"/>
                  <a:pt x="6218393" y="4670412"/>
                  <a:pt x="6195133" y="4677526"/>
                </a:cubicBezTo>
                <a:cubicBezTo>
                  <a:pt x="6128261" y="4702425"/>
                  <a:pt x="6075928" y="4759339"/>
                  <a:pt x="6017778" y="4805580"/>
                </a:cubicBezTo>
                <a:cubicBezTo>
                  <a:pt x="5892758" y="4905177"/>
                  <a:pt x="5756107" y="4990547"/>
                  <a:pt x="5651439" y="5154171"/>
                </a:cubicBezTo>
                <a:cubicBezTo>
                  <a:pt x="5782275" y="5111487"/>
                  <a:pt x="5881128" y="5011889"/>
                  <a:pt x="6006149" y="4994104"/>
                </a:cubicBezTo>
                <a:cubicBezTo>
                  <a:pt x="5898572" y="5143500"/>
                  <a:pt x="5761922" y="5243097"/>
                  <a:pt x="5633994" y="5353367"/>
                </a:cubicBezTo>
                <a:cubicBezTo>
                  <a:pt x="5596197" y="5385379"/>
                  <a:pt x="5558400" y="5406721"/>
                  <a:pt x="5552586" y="5474306"/>
                </a:cubicBezTo>
                <a:cubicBezTo>
                  <a:pt x="5535140" y="5605917"/>
                  <a:pt x="5488622" y="5712629"/>
                  <a:pt x="5383953" y="5769542"/>
                </a:cubicBezTo>
                <a:cubicBezTo>
                  <a:pt x="5383953" y="5769542"/>
                  <a:pt x="5389768" y="5790884"/>
                  <a:pt x="5392675" y="5801555"/>
                </a:cubicBezTo>
                <a:cubicBezTo>
                  <a:pt x="5456640" y="5805112"/>
                  <a:pt x="5506066" y="5726858"/>
                  <a:pt x="5584568" y="5755314"/>
                </a:cubicBezTo>
                <a:cubicBezTo>
                  <a:pt x="5506066" y="5862025"/>
                  <a:pt x="5442103" y="5954508"/>
                  <a:pt x="5334526" y="6004307"/>
                </a:cubicBezTo>
                <a:cubicBezTo>
                  <a:pt x="5247303" y="6043434"/>
                  <a:pt x="5139727" y="6068335"/>
                  <a:pt x="5075763" y="6196388"/>
                </a:cubicBezTo>
                <a:cubicBezTo>
                  <a:pt x="5148450" y="6221287"/>
                  <a:pt x="5203691" y="6189274"/>
                  <a:pt x="5258933" y="6167932"/>
                </a:cubicBezTo>
                <a:cubicBezTo>
                  <a:pt x="5343249" y="6132361"/>
                  <a:pt x="5427565" y="6093234"/>
                  <a:pt x="5511881" y="6057663"/>
                </a:cubicBezTo>
                <a:cubicBezTo>
                  <a:pt x="5543864" y="6043434"/>
                  <a:pt x="5578753" y="6036320"/>
                  <a:pt x="5599105" y="6100347"/>
                </a:cubicBezTo>
                <a:cubicBezTo>
                  <a:pt x="5491529" y="6114575"/>
                  <a:pt x="5427565" y="6199945"/>
                  <a:pt x="5360693" y="6281757"/>
                </a:cubicBezTo>
                <a:cubicBezTo>
                  <a:pt x="5322897" y="6327999"/>
                  <a:pt x="5290914" y="6388469"/>
                  <a:pt x="5224043" y="6367127"/>
                </a:cubicBezTo>
                <a:cubicBezTo>
                  <a:pt x="5189154" y="6356456"/>
                  <a:pt x="5165894" y="6388469"/>
                  <a:pt x="5168801" y="6431153"/>
                </a:cubicBezTo>
                <a:cubicBezTo>
                  <a:pt x="5183339" y="6580550"/>
                  <a:pt x="5099022" y="6630349"/>
                  <a:pt x="5011799" y="6658805"/>
                </a:cubicBezTo>
                <a:cubicBezTo>
                  <a:pt x="4883871" y="6701489"/>
                  <a:pt x="4770480" y="6786859"/>
                  <a:pt x="4651275" y="6858000"/>
                </a:cubicBezTo>
                <a:lnTo>
                  <a:pt x="1823619" y="6858000"/>
                </a:lnTo>
                <a:lnTo>
                  <a:pt x="947849" y="6858000"/>
                </a:lnTo>
                <a:lnTo>
                  <a:pt x="732568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7CE507-F65B-A6A3-43B9-BBEF06717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09600"/>
            <a:ext cx="3992700" cy="3877197"/>
          </a:xfrm>
        </p:spPr>
        <p:txBody>
          <a:bodyPr>
            <a:normAutofit/>
          </a:bodyPr>
          <a:lstStyle/>
          <a:p>
            <a:pPr algn="l"/>
            <a:r>
              <a:rPr lang="en-IE" sz="4400" dirty="0">
                <a:solidFill>
                  <a:schemeClr val="bg1"/>
                </a:solidFill>
              </a:rPr>
              <a:t>Two directions for </a:t>
            </a:r>
            <a:r>
              <a:rPr lang="en-IE" sz="4400" i="1" dirty="0">
                <a:solidFill>
                  <a:schemeClr val="bg1"/>
                </a:solidFill>
              </a:rPr>
              <a:t>The Left?</a:t>
            </a:r>
            <a:br>
              <a:rPr lang="en-IE" sz="4400" i="1" dirty="0">
                <a:solidFill>
                  <a:schemeClr val="bg1"/>
                </a:solidFill>
              </a:rPr>
            </a:br>
            <a:endParaRPr lang="en-IE" sz="4400" i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CD8A4C-C664-E7EB-B686-4F1B0CE25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4638783"/>
            <a:ext cx="4007449" cy="1343972"/>
          </a:xfrm>
        </p:spPr>
        <p:txBody>
          <a:bodyPr>
            <a:normAutofit/>
          </a:bodyPr>
          <a:lstStyle/>
          <a:p>
            <a:pPr algn="l"/>
            <a:r>
              <a:rPr lang="en-IE" dirty="0">
                <a:solidFill>
                  <a:schemeClr val="bg1"/>
                </a:solidFill>
              </a:rPr>
              <a:t>Luka De Lacey</a:t>
            </a:r>
          </a:p>
        </p:txBody>
      </p:sp>
    </p:spTree>
    <p:extLst>
      <p:ext uri="{BB962C8B-B14F-4D97-AF65-F5344CB8AC3E}">
        <p14:creationId xmlns:p14="http://schemas.microsoft.com/office/powerpoint/2010/main" val="476583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2D5A7-67FC-E839-D64E-934B7298F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>
                <a:latin typeface="Verdana" panose="020B0604030504040204" pitchFamily="34" charset="0"/>
                <a:ea typeface="Verdana" panose="020B0604030504040204" pitchFamily="34" charset="0"/>
              </a:rPr>
              <a:t>Original Paper – Werner Krause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3011D-22B9-12F2-F385-A8CACF843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E" sz="4100" b="1" dirty="0"/>
              <a:t>Context</a:t>
            </a:r>
            <a:endParaRPr lang="en-IE" dirty="0"/>
          </a:p>
          <a:p>
            <a:pPr marL="0" indent="0">
              <a:buNone/>
            </a:pPr>
            <a:r>
              <a:rPr lang="en-IE" b="1" dirty="0"/>
              <a:t>RQ: </a:t>
            </a:r>
            <a:r>
              <a:rPr lang="en-IE" dirty="0"/>
              <a:t>Radical Left Parties (RLPs) emerged as a strong force across Europe – why? Is this related to other parties? Are they effectively positioning themselves to ‘replace’ traditional mainstream centre-left parties, i.e. Social Democrats (SDs).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Key focus: how RLPs positioning themselves on issues relative to other parties benefits them.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b="1" dirty="0"/>
              <a:t>Arguments: </a:t>
            </a:r>
            <a:endParaRPr lang="en-IE" dirty="0"/>
          </a:p>
          <a:p>
            <a:pPr marL="514350" indent="-514350">
              <a:buAutoNum type="arabicPeriod"/>
            </a:pPr>
            <a:r>
              <a:rPr lang="en-IE" b="1" dirty="0"/>
              <a:t>RLPs benefit when they moderate on economics</a:t>
            </a:r>
          </a:p>
          <a:p>
            <a:pPr marL="514350" indent="-514350">
              <a:buAutoNum type="arabicPeriod"/>
            </a:pPr>
            <a:r>
              <a:rPr lang="en-IE" b="1" dirty="0"/>
              <a:t>RLPs benefit when they distinguish themselves on culture</a:t>
            </a:r>
          </a:p>
          <a:p>
            <a:pPr marL="514350" indent="-514350">
              <a:buAutoNum type="arabicPeriod"/>
            </a:pPr>
            <a:r>
              <a:rPr lang="en-IE" b="1" dirty="0"/>
              <a:t>Effect of RLP moderation is conditioned by SD econ position</a:t>
            </a:r>
          </a:p>
          <a:p>
            <a:pPr marL="514350" indent="-514350">
              <a:buAutoNum type="arabicPeriod"/>
            </a:pPr>
            <a:r>
              <a:rPr lang="en-IE" b="1" dirty="0"/>
              <a:t>Effect of RLP distinguishing is conditioned by SD cultural position</a:t>
            </a:r>
          </a:p>
        </p:txBody>
      </p:sp>
    </p:spTree>
    <p:extLst>
      <p:ext uri="{BB962C8B-B14F-4D97-AF65-F5344CB8AC3E}">
        <p14:creationId xmlns:p14="http://schemas.microsoft.com/office/powerpoint/2010/main" val="106604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46D3F8-D43B-69A9-BBC0-611EBF253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E" b="1" dirty="0" err="1">
                <a:latin typeface="Verdana" panose="020B0604030504040204" pitchFamily="34" charset="0"/>
                <a:ea typeface="Verdana" panose="020B0604030504040204" pitchFamily="34" charset="0"/>
              </a:rPr>
              <a:t>Downsian</a:t>
            </a:r>
            <a:r>
              <a:rPr lang="en-IE" b="1" dirty="0">
                <a:latin typeface="Verdana" panose="020B0604030504040204" pitchFamily="34" charset="0"/>
                <a:ea typeface="Verdana" panose="020B0604030504040204" pitchFamily="34" charset="0"/>
              </a:rPr>
              <a:t> model – Median voter </a:t>
            </a:r>
            <a:r>
              <a:rPr lang="en-IE" b="1" dirty="0" err="1">
                <a:latin typeface="Verdana" panose="020B0604030504040204" pitchFamily="34" charset="0"/>
                <a:ea typeface="Verdana" panose="020B0604030504040204" pitchFamily="34" charset="0"/>
              </a:rPr>
              <a:t>theorm</a:t>
            </a:r>
            <a:endParaRPr lang="en-IE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8F96C-FEC8-2A74-F9A6-493BB6189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IE" sz="2000" dirty="0"/>
              <a:t>Downs (1957).</a:t>
            </a:r>
          </a:p>
          <a:p>
            <a:pPr marL="0" indent="0">
              <a:buNone/>
            </a:pPr>
            <a:endParaRPr lang="en-IE" sz="2000" dirty="0"/>
          </a:p>
          <a:p>
            <a:r>
              <a:rPr lang="en-IE" sz="2000" dirty="0"/>
              <a:t>Uni-dimensional axis on economic positions.</a:t>
            </a:r>
          </a:p>
          <a:p>
            <a:pPr marL="0" indent="0">
              <a:buNone/>
            </a:pPr>
            <a:endParaRPr lang="en-IE" sz="2000" dirty="0"/>
          </a:p>
          <a:p>
            <a:r>
              <a:rPr lang="en-IE" sz="2000" dirty="0"/>
              <a:t>Voters choose the candidate they are closest to.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2AEDB068-FE27-8EE6-F318-69FAE1C97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3098872"/>
            <a:ext cx="5150277" cy="248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62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8BF8D-5097-7138-8E91-C6A246E2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E" sz="3400" b="1">
                <a:latin typeface="Verdana" panose="020B0604030504040204" pitchFamily="34" charset="0"/>
                <a:ea typeface="Verdana" panose="020B0604030504040204" pitchFamily="34" charset="0"/>
              </a:rPr>
              <a:t>Multidimensional approach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9820E-B81B-632B-5955-A901DCE2B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IE" sz="2000"/>
              <a:t>Multi-dimensional axis.</a:t>
            </a:r>
          </a:p>
          <a:p>
            <a:pPr marL="0" indent="0">
              <a:buNone/>
            </a:pPr>
            <a:endParaRPr lang="en-IE" sz="2000"/>
          </a:p>
          <a:p>
            <a:r>
              <a:rPr lang="en-IE" sz="2000"/>
              <a:t>Recognises the increasing prominence of second-dimension issues.</a:t>
            </a:r>
          </a:p>
          <a:p>
            <a:pPr marL="0" indent="0">
              <a:buNone/>
            </a:pPr>
            <a:endParaRPr lang="en-IE" sz="2000"/>
          </a:p>
          <a:p>
            <a:r>
              <a:rPr lang="en-IE" sz="2000"/>
              <a:t>Similar logic applies with the median voter theorm.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BB64F-CD39-167B-5527-7960754578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56" b="-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707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AA746-17DD-6318-5805-EAC8E900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E" sz="5400" b="1">
                <a:latin typeface="Verdana" panose="020B0604030504040204" pitchFamily="34" charset="0"/>
                <a:ea typeface="Verdana" panose="020B0604030504040204" pitchFamily="34" charset="0"/>
              </a:rPr>
              <a:t>My extension - Theory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2CDDA-ACA5-6BC2-18DB-72E3A581C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E" sz="1500" b="1"/>
              <a:t>Core point of Krause (2020): </a:t>
            </a:r>
            <a:r>
              <a:rPr lang="en-IE" sz="1500"/>
              <a:t>RLP competition with SDs and (occasionally) alternative Lib-Left parties influences result.</a:t>
            </a:r>
          </a:p>
          <a:p>
            <a:pPr marL="0" indent="0">
              <a:buNone/>
            </a:pPr>
            <a:endParaRPr lang="en-IE" sz="1500"/>
          </a:p>
          <a:p>
            <a:pPr marL="0" indent="0">
              <a:buNone/>
            </a:pPr>
            <a:r>
              <a:rPr lang="en-IE" sz="1500" b="1" u="sng"/>
              <a:t>My addition: SD distance from MCR</a:t>
            </a:r>
          </a:p>
          <a:p>
            <a:r>
              <a:rPr lang="en-IE" sz="1500"/>
              <a:t>Lit on SDs suggests that Third-way moderation and austerity participation hurt SDs.</a:t>
            </a:r>
          </a:p>
          <a:p>
            <a:r>
              <a:rPr lang="en-IE" sz="1500"/>
              <a:t>In-part this involved blurring the lines between them and Main Centre-right party.</a:t>
            </a:r>
          </a:p>
          <a:p>
            <a:pPr lvl="1"/>
            <a:endParaRPr lang="en-IE" sz="1500"/>
          </a:p>
          <a:p>
            <a:pPr marL="0" indent="0">
              <a:buNone/>
            </a:pPr>
            <a:r>
              <a:rPr lang="en-IE" sz="1500"/>
              <a:t>Theoretically this should benefit alternative economic issue owners – RLPs.</a:t>
            </a:r>
          </a:p>
          <a:p>
            <a:r>
              <a:rPr lang="en-IE" sz="1500" b="1"/>
              <a:t>Argument: </a:t>
            </a:r>
            <a:r>
              <a:rPr lang="en-IE" sz="1500"/>
              <a:t>The smaller the difference between SD and MCR on economics, the more likely RLPs increase their vote share.</a:t>
            </a:r>
          </a:p>
          <a:p>
            <a:r>
              <a:rPr lang="en-IE" sz="1500" b="1"/>
              <a:t>Interaction effect: RLPs positions may be related to SD-MCR distance.</a:t>
            </a:r>
          </a:p>
        </p:txBody>
      </p:sp>
    </p:spTree>
    <p:extLst>
      <p:ext uri="{BB962C8B-B14F-4D97-AF65-F5344CB8AC3E}">
        <p14:creationId xmlns:p14="http://schemas.microsoft.com/office/powerpoint/2010/main" val="4214789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0F0C3-2FE7-70DA-3774-99ABB816E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 dirty="0">
                <a:latin typeface="Verdana" panose="020B0604030504040204" pitchFamily="34" charset="0"/>
                <a:ea typeface="Verdana" panose="020B0604030504040204" pitchFamily="34" charset="0"/>
              </a:rPr>
              <a:t>Examples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36383C-AE02-8CAA-1FFA-30B427681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681" y="3062236"/>
            <a:ext cx="3848637" cy="733527"/>
          </a:xfrm>
          <a:prstGeom prst="rect">
            <a:avLst/>
          </a:prstGeom>
        </p:spPr>
      </p:pic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33D1ED65-7FAB-DA62-1653-07B6230945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923331"/>
              </p:ext>
            </p:extLst>
          </p:nvPr>
        </p:nvGraphicFramePr>
        <p:xfrm>
          <a:off x="579965" y="1825625"/>
          <a:ext cx="11032068" cy="41656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302934">
                  <a:extLst>
                    <a:ext uri="{9D8B030D-6E8A-4147-A177-3AD203B41FA5}">
                      <a16:colId xmlns:a16="http://schemas.microsoft.com/office/drawing/2014/main" val="3337447140"/>
                    </a:ext>
                  </a:extLst>
                </a:gridCol>
                <a:gridCol w="3213100">
                  <a:extLst>
                    <a:ext uri="{9D8B030D-6E8A-4147-A177-3AD203B41FA5}">
                      <a16:colId xmlns:a16="http://schemas.microsoft.com/office/drawing/2014/main" val="676630536"/>
                    </a:ext>
                  </a:extLst>
                </a:gridCol>
                <a:gridCol w="2758017">
                  <a:extLst>
                    <a:ext uri="{9D8B030D-6E8A-4147-A177-3AD203B41FA5}">
                      <a16:colId xmlns:a16="http://schemas.microsoft.com/office/drawing/2014/main" val="4038781787"/>
                    </a:ext>
                  </a:extLst>
                </a:gridCol>
                <a:gridCol w="2758017">
                  <a:extLst>
                    <a:ext uri="{9D8B030D-6E8A-4147-A177-3AD203B41FA5}">
                      <a16:colId xmlns:a16="http://schemas.microsoft.com/office/drawing/2014/main" val="3450039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E" sz="2400" dirty="0"/>
                        <a:t>Election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dirty="0"/>
                        <a:t>Party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dirty="0"/>
                        <a:t>Percent change</a:t>
                      </a:r>
                    </a:p>
                  </a:txBody>
                  <a:tcPr anchor="ctr"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dirty="0"/>
                        <a:t>Party family</a:t>
                      </a:r>
                    </a:p>
                  </a:txBody>
                  <a:tcPr anchor="ctr"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6546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IE" b="1" dirty="0">
                          <a:solidFill>
                            <a:schemeClr val="bg1"/>
                          </a:solidFill>
                        </a:rPr>
                        <a:t>Greece May 2012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SYRIZA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+12%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RLP</a:t>
                      </a: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5457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PASOK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-30.7%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SD</a:t>
                      </a: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72151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IE" b="1" dirty="0">
                          <a:solidFill>
                            <a:schemeClr val="bg1"/>
                          </a:solidFill>
                        </a:rPr>
                        <a:t>Ireland 2016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AAA-PBP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+1.7%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RLP</a:t>
                      </a: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01274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Sinn Féin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+3.9%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RLP*</a:t>
                      </a: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877608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Labour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-12.8%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SD</a:t>
                      </a: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871487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IE" b="1" dirty="0">
                          <a:solidFill>
                            <a:schemeClr val="bg1"/>
                          </a:solidFill>
                        </a:rPr>
                        <a:t>Netherlands 2017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SP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-0.5%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RLP</a:t>
                      </a: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405306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GL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+6.8%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Green</a:t>
                      </a: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80249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PvdA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-19.14%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SD</a:t>
                      </a: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05159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IE" b="1" dirty="0">
                          <a:solidFill>
                            <a:schemeClr val="bg1"/>
                          </a:solidFill>
                        </a:rPr>
                        <a:t>Spain 2015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Podemos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+20.7%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RLP</a:t>
                      </a: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04780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PSOE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-6.8%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SD</a:t>
                      </a: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4409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152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0769A-B41E-EA6A-39FA-5F08AA7D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B223A01-2FF7-C280-B5F4-C903A4DF8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6435F-0E97-88F3-0826-655409FBB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GB" sz="3600" b="1" dirty="0">
                <a:latin typeface="Verdana" panose="020B0604030504040204" pitchFamily="34" charset="0"/>
                <a:ea typeface="Verdana" panose="020B0604030504040204" pitchFamily="34" charset="0"/>
              </a:rPr>
              <a:t>M</a:t>
            </a:r>
            <a:r>
              <a:rPr lang="en-IE" sz="3600" b="1" dirty="0" err="1">
                <a:latin typeface="Verdana" panose="020B0604030504040204" pitchFamily="34" charset="0"/>
                <a:ea typeface="Verdana" panose="020B0604030504040204" pitchFamily="34" charset="0"/>
              </a:rPr>
              <a:t>anifesto</a:t>
            </a:r>
            <a:r>
              <a:rPr lang="en-IE" sz="3600" b="1" dirty="0">
                <a:latin typeface="Verdana" panose="020B0604030504040204" pitchFamily="34" charset="0"/>
                <a:ea typeface="Verdana" panose="020B0604030504040204" pitchFamily="34" charset="0"/>
              </a:rPr>
              <a:t> positions</a:t>
            </a:r>
            <a:endParaRPr lang="en-IE" sz="3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7A2308D-D741-2CD2-9007-B072C4DC0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4C79DCF-8FAA-49C2-D6F4-B49FAE934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74D237D-2587-D1BF-F30F-20D5BFA74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C88F099-85FE-7A66-24D5-399902BA8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F29DD-9391-E6AB-F2EE-28A8EF485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IE" sz="2000" b="1" dirty="0">
                <a:latin typeface="Verdana" panose="020B0604030504040204" pitchFamily="34" charset="0"/>
                <a:ea typeface="Verdana" panose="020B0604030504040204" pitchFamily="34" charset="0"/>
              </a:rPr>
              <a:t>Key methodological approach of the paper: </a:t>
            </a:r>
          </a:p>
          <a:p>
            <a:r>
              <a:rPr lang="en-IE" sz="2000" dirty="0">
                <a:latin typeface="Verdana" panose="020B0604030504040204" pitchFamily="34" charset="0"/>
                <a:ea typeface="Verdana" panose="020B0604030504040204" pitchFamily="34" charset="0"/>
              </a:rPr>
              <a:t>Log transformed positioning variables –&gt; log ratio of position.</a:t>
            </a:r>
          </a:p>
          <a:p>
            <a:pPr marL="0" indent="0">
              <a:buNone/>
            </a:pPr>
            <a:endParaRPr lang="en-IE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IE" sz="2000" b="1" dirty="0">
                <a:latin typeface="Verdana" panose="020B0604030504040204" pitchFamily="34" charset="0"/>
                <a:ea typeface="Verdana" panose="020B0604030504040204" pitchFamily="34" charset="0"/>
              </a:rPr>
              <a:t>Why:</a:t>
            </a:r>
          </a:p>
          <a:p>
            <a:pPr marL="0" indent="0">
              <a:buNone/>
            </a:pPr>
            <a:r>
              <a:rPr lang="en-IE" sz="2000" dirty="0">
                <a:latin typeface="Verdana" panose="020B0604030504040204" pitchFamily="34" charset="0"/>
                <a:ea typeface="Verdana" panose="020B0604030504040204" pitchFamily="34" charset="0"/>
              </a:rPr>
              <a:t>Manifesto length can dilute true position.</a:t>
            </a:r>
          </a:p>
          <a:p>
            <a:pPr marL="0" indent="0">
              <a:buNone/>
            </a:pPr>
            <a:r>
              <a:rPr lang="en-IE" sz="2000" dirty="0">
                <a:latin typeface="Verdana" panose="020B0604030504040204" pitchFamily="34" charset="0"/>
                <a:ea typeface="Verdana" panose="020B0604030504040204" pitchFamily="34" charset="0"/>
              </a:rPr>
              <a:t>Accounting for marginal shifts in positions - shift from 1 -&gt; 6 </a:t>
            </a:r>
            <a:r>
              <a:rPr lang="en-IE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relateively</a:t>
            </a:r>
            <a:r>
              <a:rPr lang="en-IE" sz="2000" dirty="0">
                <a:latin typeface="Verdana" panose="020B0604030504040204" pitchFamily="34" charset="0"/>
                <a:ea typeface="Verdana" panose="020B0604030504040204" pitchFamily="34" charset="0"/>
              </a:rPr>
              <a:t> greater than 40 -&gt; 45.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6D6ECF-E48B-9C93-AB5F-990086560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AE4C70-6191-408B-77C2-78851A1E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687E71-6FB7-7782-C74D-7118F1F957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63" r="39667" b="38603"/>
          <a:stretch>
            <a:fillRect/>
          </a:stretch>
        </p:blipFill>
        <p:spPr>
          <a:xfrm>
            <a:off x="6706245" y="2330505"/>
            <a:ext cx="3968496" cy="17152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D975A9-0AE5-8777-CC8D-725776B51E87}"/>
              </a:ext>
            </a:extLst>
          </p:cNvPr>
          <p:cNvSpPr txBox="1"/>
          <p:nvPr/>
        </p:nvSpPr>
        <p:spPr>
          <a:xfrm>
            <a:off x="9064724" y="5593059"/>
            <a:ext cx="2194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(Lowe et al., 2011)</a:t>
            </a:r>
          </a:p>
        </p:txBody>
      </p:sp>
    </p:spTree>
    <p:extLst>
      <p:ext uri="{BB962C8B-B14F-4D97-AF65-F5344CB8AC3E}">
        <p14:creationId xmlns:p14="http://schemas.microsoft.com/office/powerpoint/2010/main" val="1171554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96E94D-D02E-6B52-F16E-D55B1AAE1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E" sz="2500" b="1">
                <a:latin typeface="Verdana" panose="020B0604030504040204" pitchFamily="34" charset="0"/>
                <a:ea typeface="Verdana" panose="020B0604030504040204" pitchFamily="34" charset="0"/>
              </a:rPr>
              <a:t>Replication part 1: mapping RLP positions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6535F-5F4D-AEF0-F103-0CC495033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IE" sz="2000" dirty="0"/>
              <a:t>RLPs skew to the left – expected</a:t>
            </a:r>
          </a:p>
          <a:p>
            <a:r>
              <a:rPr lang="en-IE" sz="2000" dirty="0"/>
              <a:t>More variance on non-economic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E4747E-3206-8553-F719-FDEC8797CA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44" r="29097" b="-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45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B9798-CB8D-B25A-0DA2-EB80F5313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E" sz="2800" b="1">
                <a:latin typeface="Verdana" panose="020B0604030504040204" pitchFamily="34" charset="0"/>
                <a:ea typeface="Verdana" panose="020B0604030504040204" pitchFamily="34" charset="0"/>
              </a:rPr>
              <a:t>Replication part 2: Summary statistics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3DD51-7F09-5517-B2B7-4D0964775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E" sz="1500" b="1" dirty="0"/>
              <a:t>DV: </a:t>
            </a:r>
            <a:r>
              <a:rPr lang="en-IE" sz="1500" dirty="0"/>
              <a:t>RLP vote share.</a:t>
            </a:r>
          </a:p>
          <a:p>
            <a:pPr marL="0" indent="0">
              <a:buNone/>
            </a:pPr>
            <a:r>
              <a:rPr lang="en-IE" sz="1500" b="1" dirty="0"/>
              <a:t>IVs: </a:t>
            </a:r>
            <a:r>
              <a:rPr lang="en-IE" sz="1500" dirty="0"/>
              <a:t>RLP econ rile &amp; RLP non-econ rile.</a:t>
            </a:r>
          </a:p>
          <a:p>
            <a:pPr marL="0" indent="0">
              <a:buNone/>
            </a:pPr>
            <a:r>
              <a:rPr lang="en-IE" sz="1500" b="1" dirty="0"/>
              <a:t>Controls</a:t>
            </a:r>
          </a:p>
          <a:p>
            <a:r>
              <a:rPr lang="en-IE" sz="1500" dirty="0"/>
              <a:t>Previous election result.</a:t>
            </a:r>
          </a:p>
          <a:p>
            <a:r>
              <a:rPr lang="en-IE" sz="1500" dirty="0"/>
              <a:t>Turnout.</a:t>
            </a:r>
          </a:p>
          <a:p>
            <a:r>
              <a:rPr lang="en-IE" sz="1500" dirty="0"/>
              <a:t>Logged GDP &amp; Unemployment.</a:t>
            </a:r>
          </a:p>
          <a:p>
            <a:r>
              <a:rPr lang="en-IE" sz="1500" dirty="0"/>
              <a:t>Additional RLP competitor.</a:t>
            </a:r>
          </a:p>
          <a:p>
            <a:r>
              <a:rPr lang="en-IE" sz="1500" dirty="0"/>
              <a:t>In/supporting a government SD </a:t>
            </a:r>
            <a:r>
              <a:rPr lang="en-IE" sz="1500" dirty="0" err="1"/>
              <a:t>wogc</a:t>
            </a:r>
            <a:endParaRPr lang="en-IE" sz="1500" dirty="0"/>
          </a:p>
          <a:p>
            <a:r>
              <a:rPr lang="en-IE" sz="1500" b="1" dirty="0"/>
              <a:t>SD related variables: </a:t>
            </a:r>
            <a:endParaRPr lang="en-IE" sz="1500" dirty="0"/>
          </a:p>
          <a:p>
            <a:pPr lvl="1"/>
            <a:r>
              <a:rPr lang="en-IE" sz="1500" dirty="0"/>
              <a:t>econ and non econ position.</a:t>
            </a:r>
          </a:p>
          <a:p>
            <a:pPr lvl="1"/>
            <a:r>
              <a:rPr lang="en-IE" sz="1500" dirty="0"/>
              <a:t>Interaction - SD and RLP positions.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1015F3-C099-DB67-55F1-641E53932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427179"/>
            <a:ext cx="5628018" cy="377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12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5E61-73B1-744D-B3DF-948FFAC86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00928" cy="1325563"/>
          </a:xfrm>
        </p:spPr>
        <p:txBody>
          <a:bodyPr>
            <a:normAutofit/>
          </a:bodyPr>
          <a:lstStyle/>
          <a:p>
            <a:r>
              <a:rPr lang="en-IE" sz="4000" b="1" dirty="0">
                <a:latin typeface="Verdana" panose="020B0604030504040204" pitchFamily="34" charset="0"/>
                <a:ea typeface="Verdana" panose="020B0604030504040204" pitchFamily="34" charset="0"/>
              </a:rPr>
              <a:t>Replication Part 3: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329FD-A7F1-47DF-54DD-BC573B81B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7736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E" b="1" dirty="0"/>
              <a:t>Three models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Controls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Key IVs: RLP &amp; SD positions.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Interaction effects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0" indent="0">
              <a:buNone/>
            </a:pPr>
            <a:r>
              <a:rPr lang="en-IE" dirty="0"/>
              <a:t>All models are OLS with party and @@ clustered with @@ fixed effects.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Statistically significant effects among most controls – not lagged vote, GDP or governmental support.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GDP becomes significant, both RLP positions are significant when holding all else constant.</a:t>
            </a:r>
          </a:p>
          <a:p>
            <a:pPr marL="0" indent="0">
              <a:buNone/>
            </a:pPr>
            <a:r>
              <a:rPr lang="en-IE" dirty="0"/>
              <a:t>Interaction effect – statistically significant on econ. SD econ position moving rightward hurts RLPs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1E1BC-39D4-EE57-31EB-B83E80568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018" y="365125"/>
            <a:ext cx="4734853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276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549CF-B07C-C514-4A0B-D2EA0BD13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3CCDA1-9B27-1059-5AA0-14B938D639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84"/>
          <a:stretch>
            <a:fillRect/>
          </a:stretch>
        </p:blipFill>
        <p:spPr>
          <a:xfrm>
            <a:off x="1810513" y="1390399"/>
            <a:ext cx="7671816" cy="4692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AEB18-3533-0AA4-CD02-17B596199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5776679"/>
            <a:ext cx="8845296" cy="8005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DBB717-E9F4-0D61-5929-831A1993B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80753"/>
            <a:ext cx="80772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E" sz="4000" b="1" dirty="0">
                <a:latin typeface="Verdana" panose="020B0604030504040204" pitchFamily="34" charset="0"/>
                <a:ea typeface="Verdana" panose="020B0604030504040204" pitchFamily="34" charset="0"/>
              </a:rPr>
              <a:t>Replication Part 4:</a:t>
            </a:r>
            <a:r>
              <a:rPr lang="en-GB" sz="4000" b="1" dirty="0">
                <a:latin typeface="Verdana" panose="020B0604030504040204" pitchFamily="34" charset="0"/>
                <a:ea typeface="Verdana" panose="020B0604030504040204" pitchFamily="34" charset="0"/>
              </a:rPr>
              <a:t> Marginal effect of economic moderation</a:t>
            </a:r>
            <a:endParaRPr lang="en-IE" sz="4000" dirty="0"/>
          </a:p>
        </p:txBody>
      </p:sp>
    </p:spTree>
    <p:extLst>
      <p:ext uri="{BB962C8B-B14F-4D97-AF65-F5344CB8AC3E}">
        <p14:creationId xmlns:p14="http://schemas.microsoft.com/office/powerpoint/2010/main" val="1175315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3EEE7-AC17-2182-D9DC-D6902B7A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coding journey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764B9-16E9-7189-E5CB-BA7FD135D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Using previously coded data for masters thesis which codes for key centre-right party and data. </a:t>
            </a:r>
          </a:p>
          <a:p>
            <a:r>
              <a:rPr lang="en-IE" b="1" dirty="0"/>
              <a:t>Steps:</a:t>
            </a:r>
          </a:p>
          <a:p>
            <a:pPr lvl="1"/>
            <a:r>
              <a:rPr lang="en-IE" dirty="0"/>
              <a:t>Code MAPOR data in-line with Lowe, et al. (2011) – as done by paper.</a:t>
            </a:r>
          </a:p>
          <a:p>
            <a:pPr lvl="1"/>
            <a:r>
              <a:rPr lang="en-IE" dirty="0"/>
              <a:t>Calculate difference in position between parties.</a:t>
            </a:r>
          </a:p>
          <a:p>
            <a:pPr lvl="1"/>
            <a:r>
              <a:rPr lang="en-IE" dirty="0"/>
              <a:t>Additional interaction variables between RLP positions and this difference. </a:t>
            </a:r>
          </a:p>
          <a:p>
            <a:pPr marL="0" indent="0">
              <a:buNone/>
            </a:pPr>
            <a:r>
              <a:rPr lang="en-IE" dirty="0"/>
              <a:t>Leading Mainstream Centre-right party</a:t>
            </a:r>
          </a:p>
        </p:txBody>
      </p:sp>
    </p:spTree>
    <p:extLst>
      <p:ext uri="{BB962C8B-B14F-4D97-AF65-F5344CB8AC3E}">
        <p14:creationId xmlns:p14="http://schemas.microsoft.com/office/powerpoint/2010/main" val="519172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591D-57BD-651B-7BB4-6DFEDEE3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F3E01-D506-8B73-734E-8E1250193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IE" b="1" dirty="0">
                <a:latin typeface="Verdana" panose="020B0604030504040204" pitchFamily="34" charset="0"/>
                <a:ea typeface="Verdana" panose="020B0604030504040204" pitchFamily="34" charset="0"/>
              </a:rPr>
              <a:t>Replication Part 3: Regression</a:t>
            </a:r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36B4EC-1622-C3F0-1EF4-BD97B9A0E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22923" cy="4351338"/>
          </a:xfrm>
        </p:spPr>
        <p:txBody>
          <a:bodyPr/>
          <a:lstStyle/>
          <a:p>
            <a:pPr marL="0" indent="0">
              <a:buNone/>
            </a:pPr>
            <a:r>
              <a:rPr lang="en-IE" b="1" dirty="0"/>
              <a:t>4 models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Both distance variables.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Distance and interaction.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Removal of </a:t>
            </a:r>
            <a:r>
              <a:rPr lang="en-IE" dirty="0" err="1"/>
              <a:t>sd</a:t>
            </a:r>
            <a:r>
              <a:rPr lang="en-IE" dirty="0"/>
              <a:t> positional vars, with distance.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Removal of SD positional vars, with distance and interaction.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0EF552-A465-C3BF-726C-157D203C7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37907"/>
            <a:ext cx="5501050" cy="623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963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E03BC-F8D4-3310-56F6-76508E17B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57770-F8CB-EE2C-9BAB-97F3EE1BE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00928" cy="1325563"/>
          </a:xfrm>
        </p:spPr>
        <p:txBody>
          <a:bodyPr>
            <a:normAutofit/>
          </a:bodyPr>
          <a:lstStyle/>
          <a:p>
            <a:r>
              <a:rPr lang="en-IE" sz="4000" b="1" dirty="0">
                <a:latin typeface="Verdana" panose="020B0604030504040204" pitchFamily="34" charset="0"/>
                <a:ea typeface="Verdana" panose="020B0604030504040204" pitchFamily="34" charset="0"/>
              </a:rPr>
              <a:t>Models 1 &amp;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30ACF-692C-9E53-8051-14CE8F467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7736" cy="4351338"/>
          </a:xfrm>
        </p:spPr>
        <p:txBody>
          <a:bodyPr/>
          <a:lstStyle/>
          <a:p>
            <a:pPr marL="0" indent="0">
              <a:buNone/>
            </a:pPr>
            <a:r>
              <a:rPr lang="en-IE" dirty="0"/>
              <a:t>Both include SD positioning,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b="1" dirty="0"/>
              <a:t>Model 1: </a:t>
            </a:r>
            <a:r>
              <a:rPr lang="en-IE" dirty="0"/>
              <a:t>results largely resemble Krause (2020). </a:t>
            </a:r>
          </a:p>
          <a:p>
            <a:pPr marL="0" indent="0">
              <a:buNone/>
            </a:pPr>
            <a:r>
              <a:rPr lang="en-IE" dirty="0"/>
              <a:t>SD-MCR non-econ distance marginally significant, positive.</a:t>
            </a:r>
          </a:p>
          <a:p>
            <a:pPr marL="0" indent="0">
              <a:buNone/>
            </a:pPr>
            <a:r>
              <a:rPr lang="en-IE" b="1" dirty="0"/>
              <a:t>Model 2: </a:t>
            </a:r>
            <a:r>
              <a:rPr lang="en-IE" dirty="0"/>
              <a:t>Including interaction effect completely removes RLP position significance. </a:t>
            </a:r>
            <a:r>
              <a:rPr lang="en-IE" dirty="0">
                <a:solidFill>
                  <a:srgbClr val="FF0000"/>
                </a:solidFill>
              </a:rPr>
              <a:t>meaning</a:t>
            </a:r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E01FCB-F665-83ED-86AE-1CA2C22F0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037" y="173736"/>
            <a:ext cx="4024830" cy="6510528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52214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D1701-007E-254B-D5EA-336BE523D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3E822B-7036-87AF-5274-089CE2BEFC50}"/>
              </a:ext>
            </a:extLst>
          </p:cNvPr>
          <p:cNvSpPr/>
          <p:nvPr/>
        </p:nvSpPr>
        <p:spPr>
          <a:xfrm>
            <a:off x="8167639" y="208849"/>
            <a:ext cx="3820146" cy="644030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DA7BC-9875-B36F-D6A5-2AB3654A8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00928" cy="1325563"/>
          </a:xfrm>
        </p:spPr>
        <p:txBody>
          <a:bodyPr>
            <a:normAutofit/>
          </a:bodyPr>
          <a:lstStyle/>
          <a:p>
            <a:r>
              <a:rPr lang="en-IE" sz="4000" b="1" dirty="0">
                <a:latin typeface="Verdana" panose="020B0604030504040204" pitchFamily="34" charset="0"/>
                <a:ea typeface="Verdana" panose="020B0604030504040204" pitchFamily="34" charset="0"/>
              </a:rPr>
              <a:t>Models 3 &amp;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422F9-AE2D-329A-598E-1F3E0199D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7736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E" dirty="0"/>
              <a:t>Both include SD positioning,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b="1" dirty="0"/>
              <a:t>Model 1: </a:t>
            </a:r>
            <a:r>
              <a:rPr lang="en-IE" dirty="0"/>
              <a:t>results largely resemble Krause (2020). </a:t>
            </a:r>
          </a:p>
          <a:p>
            <a:pPr marL="0" indent="0">
              <a:buNone/>
            </a:pPr>
            <a:r>
              <a:rPr lang="en-IE" dirty="0"/>
              <a:t>SD-MCR non-econ distance marginally significant, positive.</a:t>
            </a:r>
          </a:p>
          <a:p>
            <a:pPr marL="0" indent="0">
              <a:buNone/>
            </a:pPr>
            <a:r>
              <a:rPr lang="en-IE" b="1" dirty="0"/>
              <a:t>Model 2: </a:t>
            </a:r>
            <a:r>
              <a:rPr lang="en-IE" dirty="0"/>
              <a:t>Including interaction effect completely removes RLP position significance. </a:t>
            </a:r>
            <a:r>
              <a:rPr lang="en-IE" dirty="0">
                <a:solidFill>
                  <a:srgbClr val="FF0000"/>
                </a:solidFill>
              </a:rPr>
              <a:t>Meaning</a:t>
            </a:r>
          </a:p>
          <a:p>
            <a:pPr marL="0" indent="0">
              <a:buNone/>
            </a:pPr>
            <a:r>
              <a:rPr lang="en-IE" dirty="0">
                <a:solidFill>
                  <a:srgbClr val="FF0000"/>
                </a:solidFill>
              </a:rPr>
              <a:t>Suggests that RLP positioning is conditional on </a:t>
            </a:r>
          </a:p>
          <a:p>
            <a:pPr marL="0" indent="0">
              <a:buNone/>
            </a:pPr>
            <a:r>
              <a:rPr lang="en-IE" dirty="0">
                <a:solidFill>
                  <a:srgbClr val="FF0000"/>
                </a:solidFill>
              </a:rPr>
              <a:t>But testing for correlation – seems to be some correlation </a:t>
            </a:r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492A40D-13B9-BDAD-9204-663DB424EF7F}"/>
              </a:ext>
            </a:extLst>
          </p:cNvPr>
          <p:cNvGrpSpPr/>
          <p:nvPr/>
        </p:nvGrpSpPr>
        <p:grpSpPr>
          <a:xfrm>
            <a:off x="8293608" y="262956"/>
            <a:ext cx="3542460" cy="6224312"/>
            <a:chOff x="8004037" y="173736"/>
            <a:chExt cx="3671907" cy="651052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65C2A4C-C975-2337-D134-456658CC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00" r="61159"/>
            <a:stretch>
              <a:fillRect/>
            </a:stretch>
          </p:blipFill>
          <p:spPr>
            <a:xfrm>
              <a:off x="8004037" y="365124"/>
              <a:ext cx="1563296" cy="6302205"/>
            </a:xfrm>
            <a:prstGeom prst="rect">
              <a:avLst/>
            </a:prstGeom>
            <a:ln w="57150">
              <a:noFill/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AA60A2C-5C41-794F-CADB-4BC84587A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67333" y="173736"/>
              <a:ext cx="2108611" cy="6510528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FE6A54A-A78C-66A1-160E-BF85BDCA7DFE}"/>
              </a:ext>
            </a:extLst>
          </p:cNvPr>
          <p:cNvSpPr/>
          <p:nvPr/>
        </p:nvSpPr>
        <p:spPr>
          <a:xfrm>
            <a:off x="8293608" y="3310128"/>
            <a:ext cx="3542460" cy="7223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2362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62895-263B-F43F-670C-14D0E7B92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Key finding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15701-F9E4-B590-06CD-F0365BC32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Non-significant effect of SD-MCR distance on economic or culture.</a:t>
            </a:r>
          </a:p>
          <a:p>
            <a:r>
              <a:rPr lang="en-IE" dirty="0"/>
              <a:t>Including interaction variable – unlike Krause (2020) interaction – significance of </a:t>
            </a:r>
          </a:p>
          <a:p>
            <a:endParaRPr lang="en-IE" dirty="0"/>
          </a:p>
          <a:p>
            <a:pPr marL="0" indent="0">
              <a:buNone/>
            </a:pPr>
            <a:r>
              <a:rPr lang="en-IE" dirty="0"/>
              <a:t>These findings mean the null hypothesis cannot be rejected:</a:t>
            </a:r>
          </a:p>
          <a:p>
            <a:pPr marL="0" indent="0">
              <a:buNone/>
            </a:pPr>
            <a:r>
              <a:rPr lang="en-IE" dirty="0"/>
              <a:t> that on average, when holding the additional variables constant – the distance in MCR and SD positions on economic and non-economic issues does not</a:t>
            </a:r>
          </a:p>
          <a:p>
            <a:pPr marL="0" indent="0">
              <a:buNone/>
            </a:pPr>
            <a:r>
              <a:rPr lang="en-IE" b="1" dirty="0"/>
              <a:t>A potential addition to further test: </a:t>
            </a:r>
            <a:r>
              <a:rPr lang="en-IE" dirty="0"/>
              <a:t>limited observations</a:t>
            </a:r>
            <a:endParaRPr lang="en-IE" b="1" dirty="0"/>
          </a:p>
        </p:txBody>
      </p:sp>
    </p:spTree>
    <p:extLst>
      <p:ext uri="{BB962C8B-B14F-4D97-AF65-F5344CB8AC3E}">
        <p14:creationId xmlns:p14="http://schemas.microsoft.com/office/powerpoint/2010/main" val="3514585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2207</TotalTime>
  <Words>847</Words>
  <Application>Microsoft Office PowerPoint</Application>
  <PresentationFormat>Widescreen</PresentationFormat>
  <Paragraphs>148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Verdana</vt:lpstr>
      <vt:lpstr>Office Theme</vt:lpstr>
      <vt:lpstr>Two directions for The Left? </vt:lpstr>
      <vt:lpstr>Original Paper – Werner Krause</vt:lpstr>
      <vt:lpstr>Downsian model – Median voter theorm</vt:lpstr>
      <vt:lpstr>Multidimensional approach</vt:lpstr>
      <vt:lpstr>My extension - Theory</vt:lpstr>
      <vt:lpstr>Examples</vt:lpstr>
      <vt:lpstr>Manifesto positions</vt:lpstr>
      <vt:lpstr>Replication part 1: mapping RLP positions</vt:lpstr>
      <vt:lpstr>Replication part 2: Summary statistics</vt:lpstr>
      <vt:lpstr>Replication Part 3: Regression</vt:lpstr>
      <vt:lpstr>Replication Part 4: Marginal effect of economic moderation</vt:lpstr>
      <vt:lpstr>My coding journey</vt:lpstr>
      <vt:lpstr>Replication Part 3: Regression</vt:lpstr>
      <vt:lpstr>Models 1 &amp; 2</vt:lpstr>
      <vt:lpstr>Models 3 &amp; 4</vt:lpstr>
      <vt:lpstr>Key finding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 De Lacey</dc:creator>
  <cp:lastModifiedBy>Luka De Lacey</cp:lastModifiedBy>
  <cp:revision>1</cp:revision>
  <dcterms:created xsi:type="dcterms:W3CDTF">2026-03-31T11:49:06Z</dcterms:created>
  <dcterms:modified xsi:type="dcterms:W3CDTF">2026-04-09T00:52:55Z</dcterms:modified>
</cp:coreProperties>
</file>